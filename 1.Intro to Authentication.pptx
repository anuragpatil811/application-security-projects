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A3FFF-73DB-EF9B-D565-B8BEFFCAB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89A16-FAAE-A9FD-38B5-5423B9365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665F0-93DF-7008-6C66-044793BC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91A74-7BEE-5F5B-4032-6276CFAA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0973B-C1C2-D74C-3E25-7283D051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755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6CA9-0148-5508-650D-67A229F3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E8A9B-8FEF-6C16-6FAD-2431D4394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74D53-89AE-C8A5-4DE7-A47D1C0C1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EAA04-61B5-94DB-D96D-FD1AA31C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F5E29-5024-CFC1-1082-35E52765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204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463B-943E-5D9A-E91E-9F118CA1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69EB1-268B-B6FF-DE37-B044B71A9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943D-46EE-25CD-F7BE-A406EEBE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03250-6D62-07C9-0365-4A7098D9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2CC85-9252-EE5C-F121-0F656051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020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B9E5-3572-8320-67EE-02BC373F8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76D14-5448-1F3D-6216-2A76C59D6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7883E-9B9B-04B3-8D2E-6975BB94B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BA5E1-959D-B8C5-7AE0-269F43BF5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D21B6-50E5-C44A-95AF-8BB3EAD95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EB4CA-FAC5-6EDF-5C78-15B56B93C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99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9C1B-81AB-5A9C-3553-0B4626EF6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21860-EB72-6CD5-BBB6-FEA2EAE0C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3247C-0AB1-033B-D981-08706B8CC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8D5F1-4508-61F0-34D1-F44F6E45D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07731D-0E88-B295-7101-6760AD8D0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49E65-3C52-68B0-E8E9-876D8E67B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8F15A5-16EA-2D6B-79A5-E80D81D5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9043A-D10F-995E-6166-8CB886E8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35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D822B-7FDA-EC77-8C52-9E847887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52B79-AC7D-367F-33E3-32103AC1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AC79F-7761-C50F-B737-092DB1FBD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3ABDB-E472-AA17-C365-3D3EF8F87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43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D59CA-8D51-4332-407E-0AB79C95D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8C5A3-067D-548F-9FFC-9F970C34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199F1-3CE7-C45B-6672-404D7E8FD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600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488D9-6BB5-C8E7-9EDB-9371D600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30FFC-7EC0-F361-13AB-A711D4EA3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FCE64-435D-B9A6-B013-E7ABB5D79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8CDEA-C06E-56CB-1908-F21B08565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B7B6C-6F79-F772-F18A-398F8929D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979E0-99C8-11AB-CE3C-598FAC74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237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121B-9028-215B-0771-1CE9A394C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DA9FFD-9C94-E412-9687-6E0E9CF9B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B63A1-DD1E-98C2-06D7-6056ACFE2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96D41-EA59-92D4-C9B6-A25CBB90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FC3EF-60B2-DEF6-B804-948A82276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B77BF-A512-742D-B2D9-F2B2304E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87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97D6-CF3D-4926-D828-4F8F728B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0B989-594C-3F3F-9E70-DDE27F839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C59B4-B17E-867E-5127-F8C84E95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73D67-1C92-16C8-D026-DB9603EC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4C14A-B614-7120-BD07-F7E50B5A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068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C80EE5-15BA-C5CE-7E45-872D07400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6A525-697D-5FA0-7449-46427E195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B1593-0C3F-D3AA-B86F-7B100945B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C45F7-C8B5-A6C1-FEA9-C43F1E2B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6C42F-C0D9-D085-B40F-A185EC1E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08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07BA9-CFDC-4CF8-C0C1-C695A08FF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1EF69-0419-FB23-E55E-2A4473D22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E609E-1158-E638-5AFC-8E6218E84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E1B7E-E484-4801-9968-6219E79EAA40}" type="datetimeFigureOut">
              <a:rPr lang="en-IN" smtClean="0"/>
              <a:t>20-02-2024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A5F72-3A74-1237-224E-86DF6BD86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46B15-843E-979B-D789-B42051C80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A7877-6017-4CDB-A598-9095E473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84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46CA-521B-F22E-EA8D-14DA0ABBD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Authentication and Authorization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FB53F-0916-F15D-4877-AD7F7D561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Jalaj Limaye</a:t>
            </a:r>
          </a:p>
          <a:p>
            <a:r>
              <a:rPr lang="en-IN" dirty="0"/>
              <a:t>Assistant Professor</a:t>
            </a:r>
          </a:p>
          <a:p>
            <a:r>
              <a:rPr lang="en-IN" dirty="0"/>
              <a:t>Vishwakarma University</a:t>
            </a:r>
          </a:p>
        </p:txBody>
      </p:sp>
    </p:spTree>
    <p:extLst>
      <p:ext uri="{BB962C8B-B14F-4D97-AF65-F5344CB8AC3E}">
        <p14:creationId xmlns:p14="http://schemas.microsoft.com/office/powerpoint/2010/main" val="32651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9B5A-FB19-AE34-6570-55A5B31E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FB7AB3-B136-1ED4-D4D5-5548FE135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615" y="1769884"/>
            <a:ext cx="9550769" cy="4722991"/>
          </a:xfrm>
        </p:spPr>
      </p:pic>
    </p:spTree>
    <p:extLst>
      <p:ext uri="{BB962C8B-B14F-4D97-AF65-F5344CB8AC3E}">
        <p14:creationId xmlns:p14="http://schemas.microsoft.com/office/powerpoint/2010/main" val="2732122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2EED-10CB-D5CA-F682-30B7AB3F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0EA48-9E3F-79C0-B758-9AAF0C38B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Authentication verifies the truth of claims made by individuals or entities.</a:t>
            </a:r>
          </a:p>
          <a:p>
            <a:r>
              <a:rPr lang="en-US" dirty="0"/>
              <a:t>Implement basic security features like username-password login to authenticate users.</a:t>
            </a:r>
          </a:p>
          <a:p>
            <a:r>
              <a:rPr lang="en-US" dirty="0"/>
              <a:t>Ensure robust application security to handle denial of service and brute force attacks.</a:t>
            </a:r>
          </a:p>
          <a:p>
            <a:r>
              <a:rPr lang="en-US" dirty="0"/>
              <a:t>Safeguard sensitive data from unauthorized access and malicious users.</a:t>
            </a:r>
          </a:p>
        </p:txBody>
      </p:sp>
    </p:spTree>
    <p:extLst>
      <p:ext uri="{BB962C8B-B14F-4D97-AF65-F5344CB8AC3E}">
        <p14:creationId xmlns:p14="http://schemas.microsoft.com/office/powerpoint/2010/main" val="2304760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87C62-F4B0-E2D3-1A34-FEDBE57E5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4F30-1CFE-AD33-86D3-42586065F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8218F-23B8-38D8-79A2-84CF81976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Provide </a:t>
            </a:r>
            <a:r>
              <a:rPr lang="en-US" dirty="0"/>
              <a:t>digital identity verification, secure transmission modes, and specific authorization for authenticated users.</a:t>
            </a:r>
          </a:p>
          <a:p>
            <a:r>
              <a:rPr lang="en-US" dirty="0"/>
              <a:t>Separate access for public and restricted areas, encrypt and securely store user credentials.</a:t>
            </a:r>
          </a:p>
          <a:p>
            <a:r>
              <a:rPr lang="en-US" dirty="0"/>
              <a:t>Use password digests for storage, minimize error information on authentication failures, avoid using HTTP headers for security.</a:t>
            </a:r>
          </a:p>
          <a:p>
            <a:r>
              <a:rPr lang="en-US" dirty="0"/>
              <a:t>The susceptibility of authentication problems is present in nearly all identifiable web application</a:t>
            </a:r>
            <a:r>
              <a:rPr lang="en-US"/>
              <a:t>, application server</a:t>
            </a:r>
            <a:r>
              <a:rPr lang="en-US" dirty="0"/>
              <a:t>, and web server environment.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463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AAAE-8D3D-C03F-5BC2-161DE33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Determination of authentication 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6D37F-9385-F247-7262-9CC2B62D8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Authentication flaws often stem from auxiliary functions like account updates and password management.</a:t>
            </a:r>
          </a:p>
          <a:p>
            <a:r>
              <a:rPr lang="en-US" dirty="0"/>
              <a:t>Vulnerabilities can be identified through manual or automated scanning of the entire software.</a:t>
            </a:r>
          </a:p>
          <a:p>
            <a:r>
              <a:rPr lang="en-US" dirty="0"/>
              <a:t>Developers need to ensure that authentication mechanisms adhere to security principles during review and testing.</a:t>
            </a:r>
          </a:p>
          <a:p>
            <a:r>
              <a:rPr lang="en-US" dirty="0"/>
              <a:t>Verify that </a:t>
            </a:r>
            <a:r>
              <a:rPr lang="en-IN" b="0" i="0" dirty="0">
                <a:solidFill>
                  <a:srgbClr val="0E101A"/>
                </a:solidFill>
                <a:effectLst/>
                <a:latin typeface="Inter"/>
              </a:rPr>
              <a:t>auxiliary</a:t>
            </a:r>
            <a:r>
              <a:rPr lang="en-US" dirty="0"/>
              <a:t> authentication functions meet standard guidelines and are properly implemented.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283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C70E-75A3-115D-2102-EB32A9D9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Protection from authentication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A04C2-2D64-EF28-0452-2C11E0190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Secure web applications by storing credentials using hashing or encryption methods.</a:t>
            </a:r>
          </a:p>
          <a:p>
            <a:r>
              <a:rPr lang="en-US" dirty="0"/>
              <a:t>Utilize SSL for secure communication and limit custom-built cookies except for SSO and FID solutions.</a:t>
            </a:r>
          </a:p>
          <a:p>
            <a:r>
              <a:rPr lang="en-US" dirty="0"/>
              <a:t>Implement multi-factor authentication to prevent replay and spoofing attacks. </a:t>
            </a:r>
          </a:p>
          <a:p>
            <a:r>
              <a:rPr lang="en-US" dirty="0"/>
              <a:t>Take precautions when changing user email addresses by confirming changes through previous email addresses.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577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C7CE5-3D9D-8B38-2C91-438F6030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AF6C-E166-64A6-757D-685531EA3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Protection from authentication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963D4-72FB-C596-DBED-313C612AE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Initiate login process from an encrypted web page with fresh session tokens to prevent session-based attacks.</a:t>
            </a:r>
          </a:p>
          <a:p>
            <a:r>
              <a:rPr lang="en-US" dirty="0"/>
              <a:t>Regenerate sessions upon privilege level changes or successful authentication and provide logout functionality on every page.</a:t>
            </a:r>
          </a:p>
          <a:p>
            <a:r>
              <a:rPr lang="en-US" dirty="0"/>
              <a:t>Strong secondary authentication functions should be treated as credentials and stored using one-way hashing.</a:t>
            </a:r>
          </a:p>
          <a:p>
            <a:r>
              <a:rPr lang="en-US" dirty="0"/>
              <a:t>Use OTP for password resets and send follow-up notifications for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3900781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DF71-1B0D-F6EC-0D19-2A98F14DC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714CF-8C18-4E15-90E7-BD62FFFEA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5267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315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Inter</vt:lpstr>
      <vt:lpstr>Office Theme</vt:lpstr>
      <vt:lpstr>Authentication and Authorization</vt:lpstr>
      <vt:lpstr>Introduction</vt:lpstr>
      <vt:lpstr>Authentication</vt:lpstr>
      <vt:lpstr>Authentication</vt:lpstr>
      <vt:lpstr>Determination of authentication vulnerability</vt:lpstr>
      <vt:lpstr>Protection from authentication attack</vt:lpstr>
      <vt:lpstr>Protection from authentication attack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Authentication and Authorization</dc:title>
  <dc:creator>Jalaj Limaye</dc:creator>
  <cp:lastModifiedBy>Jalaj Limaye</cp:lastModifiedBy>
  <cp:revision>2</cp:revision>
  <dcterms:created xsi:type="dcterms:W3CDTF">2024-02-05T06:03:51Z</dcterms:created>
  <dcterms:modified xsi:type="dcterms:W3CDTF">2024-02-20T06:22:46Z</dcterms:modified>
</cp:coreProperties>
</file>
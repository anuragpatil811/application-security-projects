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0DA3D-4F11-C88B-CB16-FBBA02E0BC3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113E10C-7C7F-4027-060F-3BFBAAD7A7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34FB244-6840-C13C-49CD-35591A72CA16}"/>
              </a:ext>
            </a:extLst>
          </p:cNvPr>
          <p:cNvSpPr>
            <a:spLocks noGrp="1"/>
          </p:cNvSpPr>
          <p:nvPr>
            <p:ph type="dt" sz="half" idx="10"/>
          </p:nvPr>
        </p:nvSpPr>
        <p:spPr/>
        <p:txBody>
          <a:bodyPr/>
          <a:lstStyle/>
          <a:p>
            <a:fld id="{41CD908B-78B3-489F-A887-DAA81813FC01}" type="datetimeFigureOut">
              <a:rPr lang="en-IN" smtClean="0"/>
              <a:t>26-02-2024</a:t>
            </a:fld>
            <a:endParaRPr lang="en-IN"/>
          </a:p>
        </p:txBody>
      </p:sp>
      <p:sp>
        <p:nvSpPr>
          <p:cNvPr id="5" name="Footer Placeholder 4">
            <a:extLst>
              <a:ext uri="{FF2B5EF4-FFF2-40B4-BE49-F238E27FC236}">
                <a16:creationId xmlns:a16="http://schemas.microsoft.com/office/drawing/2014/main" id="{331D13FD-A3D6-D127-E6E1-342927418F1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31DAF4-165D-8A84-961E-BDDFF58E2A78}"/>
              </a:ext>
            </a:extLst>
          </p:cNvPr>
          <p:cNvSpPr>
            <a:spLocks noGrp="1"/>
          </p:cNvSpPr>
          <p:nvPr>
            <p:ph type="sldNum" sz="quarter" idx="12"/>
          </p:nvPr>
        </p:nvSpPr>
        <p:spPr/>
        <p:txBody>
          <a:bodyPr/>
          <a:lstStyle/>
          <a:p>
            <a:fld id="{FB83BD71-533A-44D8-A903-3638EA149A9F}" type="slidenum">
              <a:rPr lang="en-IN" smtClean="0"/>
              <a:t>‹#›</a:t>
            </a:fld>
            <a:endParaRPr lang="en-IN"/>
          </a:p>
        </p:txBody>
      </p:sp>
    </p:spTree>
    <p:extLst>
      <p:ext uri="{BB962C8B-B14F-4D97-AF65-F5344CB8AC3E}">
        <p14:creationId xmlns:p14="http://schemas.microsoft.com/office/powerpoint/2010/main" val="6972993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C05B3-05D2-4299-EE7D-DB1067E379A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5434A87-BEFC-36E1-5BC7-0335C2699ED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98F49A-A1A4-5759-37C4-B121B464F006}"/>
              </a:ext>
            </a:extLst>
          </p:cNvPr>
          <p:cNvSpPr>
            <a:spLocks noGrp="1"/>
          </p:cNvSpPr>
          <p:nvPr>
            <p:ph type="dt" sz="half" idx="10"/>
          </p:nvPr>
        </p:nvSpPr>
        <p:spPr/>
        <p:txBody>
          <a:bodyPr/>
          <a:lstStyle/>
          <a:p>
            <a:fld id="{41CD908B-78B3-489F-A887-DAA81813FC01}" type="datetimeFigureOut">
              <a:rPr lang="en-IN" smtClean="0"/>
              <a:t>26-02-2024</a:t>
            </a:fld>
            <a:endParaRPr lang="en-IN"/>
          </a:p>
        </p:txBody>
      </p:sp>
      <p:sp>
        <p:nvSpPr>
          <p:cNvPr id="5" name="Footer Placeholder 4">
            <a:extLst>
              <a:ext uri="{FF2B5EF4-FFF2-40B4-BE49-F238E27FC236}">
                <a16:creationId xmlns:a16="http://schemas.microsoft.com/office/drawing/2014/main" id="{2D068D4A-179F-12F1-EEA3-16C0E94588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3DB59D-87C5-3C09-3214-C4F1E1609E76}"/>
              </a:ext>
            </a:extLst>
          </p:cNvPr>
          <p:cNvSpPr>
            <a:spLocks noGrp="1"/>
          </p:cNvSpPr>
          <p:nvPr>
            <p:ph type="sldNum" sz="quarter" idx="12"/>
          </p:nvPr>
        </p:nvSpPr>
        <p:spPr/>
        <p:txBody>
          <a:bodyPr/>
          <a:lstStyle/>
          <a:p>
            <a:fld id="{FB83BD71-533A-44D8-A903-3638EA149A9F}" type="slidenum">
              <a:rPr lang="en-IN" smtClean="0"/>
              <a:t>‹#›</a:t>
            </a:fld>
            <a:endParaRPr lang="en-IN"/>
          </a:p>
        </p:txBody>
      </p:sp>
    </p:spTree>
    <p:extLst>
      <p:ext uri="{BB962C8B-B14F-4D97-AF65-F5344CB8AC3E}">
        <p14:creationId xmlns:p14="http://schemas.microsoft.com/office/powerpoint/2010/main" val="3615346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C0535-1B30-FB3F-81EA-E84F4DCE754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9FDC8A4-27CE-94E3-1AF1-233311A0859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DDDFCBD-4E9E-224B-8912-A7A4739B33A7}"/>
              </a:ext>
            </a:extLst>
          </p:cNvPr>
          <p:cNvSpPr>
            <a:spLocks noGrp="1"/>
          </p:cNvSpPr>
          <p:nvPr>
            <p:ph type="dt" sz="half" idx="10"/>
          </p:nvPr>
        </p:nvSpPr>
        <p:spPr/>
        <p:txBody>
          <a:bodyPr/>
          <a:lstStyle/>
          <a:p>
            <a:fld id="{41CD908B-78B3-489F-A887-DAA81813FC01}" type="datetimeFigureOut">
              <a:rPr lang="en-IN" smtClean="0"/>
              <a:t>26-02-2024</a:t>
            </a:fld>
            <a:endParaRPr lang="en-IN"/>
          </a:p>
        </p:txBody>
      </p:sp>
      <p:sp>
        <p:nvSpPr>
          <p:cNvPr id="5" name="Footer Placeholder 4">
            <a:extLst>
              <a:ext uri="{FF2B5EF4-FFF2-40B4-BE49-F238E27FC236}">
                <a16:creationId xmlns:a16="http://schemas.microsoft.com/office/drawing/2014/main" id="{921AC385-521E-5667-1D52-87F9AAE0555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9CCA673-0D59-5F1B-08BD-DAE04B3A1336}"/>
              </a:ext>
            </a:extLst>
          </p:cNvPr>
          <p:cNvSpPr>
            <a:spLocks noGrp="1"/>
          </p:cNvSpPr>
          <p:nvPr>
            <p:ph type="sldNum" sz="quarter" idx="12"/>
          </p:nvPr>
        </p:nvSpPr>
        <p:spPr/>
        <p:txBody>
          <a:bodyPr/>
          <a:lstStyle/>
          <a:p>
            <a:fld id="{FB83BD71-533A-44D8-A903-3638EA149A9F}" type="slidenum">
              <a:rPr lang="en-IN" smtClean="0"/>
              <a:t>‹#›</a:t>
            </a:fld>
            <a:endParaRPr lang="en-IN"/>
          </a:p>
        </p:txBody>
      </p:sp>
    </p:spTree>
    <p:extLst>
      <p:ext uri="{BB962C8B-B14F-4D97-AF65-F5344CB8AC3E}">
        <p14:creationId xmlns:p14="http://schemas.microsoft.com/office/powerpoint/2010/main" val="31130802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54336-DCAC-298C-0045-F44E0A388F6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46D51C9-6446-1759-CBB2-149291B3019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42D5E02-34BA-6FED-1BD5-B4ACEF4D263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0C59BFD-0ADB-720F-C898-36B538624D2F}"/>
              </a:ext>
            </a:extLst>
          </p:cNvPr>
          <p:cNvSpPr>
            <a:spLocks noGrp="1"/>
          </p:cNvSpPr>
          <p:nvPr>
            <p:ph type="dt" sz="half" idx="10"/>
          </p:nvPr>
        </p:nvSpPr>
        <p:spPr/>
        <p:txBody>
          <a:bodyPr/>
          <a:lstStyle/>
          <a:p>
            <a:fld id="{41CD908B-78B3-489F-A887-DAA81813FC01}" type="datetimeFigureOut">
              <a:rPr lang="en-IN" smtClean="0"/>
              <a:t>26-02-2024</a:t>
            </a:fld>
            <a:endParaRPr lang="en-IN"/>
          </a:p>
        </p:txBody>
      </p:sp>
      <p:sp>
        <p:nvSpPr>
          <p:cNvPr id="6" name="Footer Placeholder 5">
            <a:extLst>
              <a:ext uri="{FF2B5EF4-FFF2-40B4-BE49-F238E27FC236}">
                <a16:creationId xmlns:a16="http://schemas.microsoft.com/office/drawing/2014/main" id="{1613C5E9-554B-12E4-0C8E-1D8C34ADDA2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9A54942-0D72-362C-2877-681F64DE5756}"/>
              </a:ext>
            </a:extLst>
          </p:cNvPr>
          <p:cNvSpPr>
            <a:spLocks noGrp="1"/>
          </p:cNvSpPr>
          <p:nvPr>
            <p:ph type="sldNum" sz="quarter" idx="12"/>
          </p:nvPr>
        </p:nvSpPr>
        <p:spPr/>
        <p:txBody>
          <a:bodyPr/>
          <a:lstStyle/>
          <a:p>
            <a:fld id="{FB83BD71-533A-44D8-A903-3638EA149A9F}" type="slidenum">
              <a:rPr lang="en-IN" smtClean="0"/>
              <a:t>‹#›</a:t>
            </a:fld>
            <a:endParaRPr lang="en-IN"/>
          </a:p>
        </p:txBody>
      </p:sp>
    </p:spTree>
    <p:extLst>
      <p:ext uri="{BB962C8B-B14F-4D97-AF65-F5344CB8AC3E}">
        <p14:creationId xmlns:p14="http://schemas.microsoft.com/office/powerpoint/2010/main" val="26536998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EF07A-3DB3-D38B-BB96-46FCC2D2D3A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404FA1F-982C-1201-081A-48AC7AFFB7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DA36279-55B3-F121-BC4D-04FB299BA2E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11D1AE3-FEC4-1CEA-4EF8-0C606C8CCB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A1ABD7B-126C-AB7F-1D6B-D58C9CFD12F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13BF47B-0AEB-F771-E07B-809EFDD9655D}"/>
              </a:ext>
            </a:extLst>
          </p:cNvPr>
          <p:cNvSpPr>
            <a:spLocks noGrp="1"/>
          </p:cNvSpPr>
          <p:nvPr>
            <p:ph type="dt" sz="half" idx="10"/>
          </p:nvPr>
        </p:nvSpPr>
        <p:spPr/>
        <p:txBody>
          <a:bodyPr/>
          <a:lstStyle/>
          <a:p>
            <a:fld id="{41CD908B-78B3-489F-A887-DAA81813FC01}" type="datetimeFigureOut">
              <a:rPr lang="en-IN" smtClean="0"/>
              <a:t>26-02-2024</a:t>
            </a:fld>
            <a:endParaRPr lang="en-IN"/>
          </a:p>
        </p:txBody>
      </p:sp>
      <p:sp>
        <p:nvSpPr>
          <p:cNvPr id="8" name="Footer Placeholder 7">
            <a:extLst>
              <a:ext uri="{FF2B5EF4-FFF2-40B4-BE49-F238E27FC236}">
                <a16:creationId xmlns:a16="http://schemas.microsoft.com/office/drawing/2014/main" id="{FF48C61B-FCCF-8FA3-9167-BAF3B9549DC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6A9602F-F4AE-1003-825E-53F9D4A65D6A}"/>
              </a:ext>
            </a:extLst>
          </p:cNvPr>
          <p:cNvSpPr>
            <a:spLocks noGrp="1"/>
          </p:cNvSpPr>
          <p:nvPr>
            <p:ph type="sldNum" sz="quarter" idx="12"/>
          </p:nvPr>
        </p:nvSpPr>
        <p:spPr/>
        <p:txBody>
          <a:bodyPr/>
          <a:lstStyle/>
          <a:p>
            <a:fld id="{FB83BD71-533A-44D8-A903-3638EA149A9F}" type="slidenum">
              <a:rPr lang="en-IN" smtClean="0"/>
              <a:t>‹#›</a:t>
            </a:fld>
            <a:endParaRPr lang="en-IN"/>
          </a:p>
        </p:txBody>
      </p:sp>
    </p:spTree>
    <p:extLst>
      <p:ext uri="{BB962C8B-B14F-4D97-AF65-F5344CB8AC3E}">
        <p14:creationId xmlns:p14="http://schemas.microsoft.com/office/powerpoint/2010/main" val="36561987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8EB9E-F68F-3B10-DFF8-1CC32B15CB6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AE8D4AA-3DA9-D293-2107-E3E846477724}"/>
              </a:ext>
            </a:extLst>
          </p:cNvPr>
          <p:cNvSpPr>
            <a:spLocks noGrp="1"/>
          </p:cNvSpPr>
          <p:nvPr>
            <p:ph type="dt" sz="half" idx="10"/>
          </p:nvPr>
        </p:nvSpPr>
        <p:spPr/>
        <p:txBody>
          <a:bodyPr/>
          <a:lstStyle/>
          <a:p>
            <a:fld id="{41CD908B-78B3-489F-A887-DAA81813FC01}" type="datetimeFigureOut">
              <a:rPr lang="en-IN" smtClean="0"/>
              <a:t>26-02-2024</a:t>
            </a:fld>
            <a:endParaRPr lang="en-IN"/>
          </a:p>
        </p:txBody>
      </p:sp>
      <p:sp>
        <p:nvSpPr>
          <p:cNvPr id="4" name="Footer Placeholder 3">
            <a:extLst>
              <a:ext uri="{FF2B5EF4-FFF2-40B4-BE49-F238E27FC236}">
                <a16:creationId xmlns:a16="http://schemas.microsoft.com/office/drawing/2014/main" id="{69DB8C14-6F82-3FDA-B5DF-D3DE04B432D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B41597D-DA17-09F6-DB1A-7DF0C05F9381}"/>
              </a:ext>
            </a:extLst>
          </p:cNvPr>
          <p:cNvSpPr>
            <a:spLocks noGrp="1"/>
          </p:cNvSpPr>
          <p:nvPr>
            <p:ph type="sldNum" sz="quarter" idx="12"/>
          </p:nvPr>
        </p:nvSpPr>
        <p:spPr/>
        <p:txBody>
          <a:bodyPr/>
          <a:lstStyle/>
          <a:p>
            <a:fld id="{FB83BD71-533A-44D8-A903-3638EA149A9F}" type="slidenum">
              <a:rPr lang="en-IN" smtClean="0"/>
              <a:t>‹#›</a:t>
            </a:fld>
            <a:endParaRPr lang="en-IN"/>
          </a:p>
        </p:txBody>
      </p:sp>
    </p:spTree>
    <p:extLst>
      <p:ext uri="{BB962C8B-B14F-4D97-AF65-F5344CB8AC3E}">
        <p14:creationId xmlns:p14="http://schemas.microsoft.com/office/powerpoint/2010/main" val="31576301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6CB063E-B341-AB0E-D1F6-A99B6EA9A104}"/>
              </a:ext>
            </a:extLst>
          </p:cNvPr>
          <p:cNvSpPr>
            <a:spLocks noGrp="1"/>
          </p:cNvSpPr>
          <p:nvPr>
            <p:ph type="dt" sz="half" idx="10"/>
          </p:nvPr>
        </p:nvSpPr>
        <p:spPr/>
        <p:txBody>
          <a:bodyPr/>
          <a:lstStyle/>
          <a:p>
            <a:fld id="{41CD908B-78B3-489F-A887-DAA81813FC01}" type="datetimeFigureOut">
              <a:rPr lang="en-IN" smtClean="0"/>
              <a:t>26-02-2024</a:t>
            </a:fld>
            <a:endParaRPr lang="en-IN"/>
          </a:p>
        </p:txBody>
      </p:sp>
      <p:sp>
        <p:nvSpPr>
          <p:cNvPr id="3" name="Footer Placeholder 2">
            <a:extLst>
              <a:ext uri="{FF2B5EF4-FFF2-40B4-BE49-F238E27FC236}">
                <a16:creationId xmlns:a16="http://schemas.microsoft.com/office/drawing/2014/main" id="{962D5AC0-22AC-D901-5457-DF2B7BE7241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2DBAC95-469D-CF76-A5C4-3EF1C3279337}"/>
              </a:ext>
            </a:extLst>
          </p:cNvPr>
          <p:cNvSpPr>
            <a:spLocks noGrp="1"/>
          </p:cNvSpPr>
          <p:nvPr>
            <p:ph type="sldNum" sz="quarter" idx="12"/>
          </p:nvPr>
        </p:nvSpPr>
        <p:spPr/>
        <p:txBody>
          <a:bodyPr/>
          <a:lstStyle/>
          <a:p>
            <a:fld id="{FB83BD71-533A-44D8-A903-3638EA149A9F}" type="slidenum">
              <a:rPr lang="en-IN" smtClean="0"/>
              <a:t>‹#›</a:t>
            </a:fld>
            <a:endParaRPr lang="en-IN"/>
          </a:p>
        </p:txBody>
      </p:sp>
    </p:spTree>
    <p:extLst>
      <p:ext uri="{BB962C8B-B14F-4D97-AF65-F5344CB8AC3E}">
        <p14:creationId xmlns:p14="http://schemas.microsoft.com/office/powerpoint/2010/main" val="1814634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3647C-F587-32F9-4BE4-728EAA0D17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7DA9137-C714-2A5C-1994-0E54085690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A446AD8-3085-A902-74B7-50B0998D7F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734864-988E-250B-69B7-2527FA2B68BA}"/>
              </a:ext>
            </a:extLst>
          </p:cNvPr>
          <p:cNvSpPr>
            <a:spLocks noGrp="1"/>
          </p:cNvSpPr>
          <p:nvPr>
            <p:ph type="dt" sz="half" idx="10"/>
          </p:nvPr>
        </p:nvSpPr>
        <p:spPr/>
        <p:txBody>
          <a:bodyPr/>
          <a:lstStyle/>
          <a:p>
            <a:fld id="{41CD908B-78B3-489F-A887-DAA81813FC01}" type="datetimeFigureOut">
              <a:rPr lang="en-IN" smtClean="0"/>
              <a:t>26-02-2024</a:t>
            </a:fld>
            <a:endParaRPr lang="en-IN"/>
          </a:p>
        </p:txBody>
      </p:sp>
      <p:sp>
        <p:nvSpPr>
          <p:cNvPr id="6" name="Footer Placeholder 5">
            <a:extLst>
              <a:ext uri="{FF2B5EF4-FFF2-40B4-BE49-F238E27FC236}">
                <a16:creationId xmlns:a16="http://schemas.microsoft.com/office/drawing/2014/main" id="{F00A3812-6C74-3838-ECD5-5E515BBB03E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4B55BDE-2440-3161-329D-A34E1F6349E5}"/>
              </a:ext>
            </a:extLst>
          </p:cNvPr>
          <p:cNvSpPr>
            <a:spLocks noGrp="1"/>
          </p:cNvSpPr>
          <p:nvPr>
            <p:ph type="sldNum" sz="quarter" idx="12"/>
          </p:nvPr>
        </p:nvSpPr>
        <p:spPr/>
        <p:txBody>
          <a:bodyPr/>
          <a:lstStyle/>
          <a:p>
            <a:fld id="{FB83BD71-533A-44D8-A903-3638EA149A9F}" type="slidenum">
              <a:rPr lang="en-IN" smtClean="0"/>
              <a:t>‹#›</a:t>
            </a:fld>
            <a:endParaRPr lang="en-IN"/>
          </a:p>
        </p:txBody>
      </p:sp>
    </p:spTree>
    <p:extLst>
      <p:ext uri="{BB962C8B-B14F-4D97-AF65-F5344CB8AC3E}">
        <p14:creationId xmlns:p14="http://schemas.microsoft.com/office/powerpoint/2010/main" val="7985464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4C4A3-8DC6-0F7F-CC7E-421334B6C6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966374D-4E61-FDE7-EF02-4D02BE94807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568E01D-8083-5ABC-4808-32D293AC15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A84BC7-5FE6-DE58-AC0C-47367FA7374E}"/>
              </a:ext>
            </a:extLst>
          </p:cNvPr>
          <p:cNvSpPr>
            <a:spLocks noGrp="1"/>
          </p:cNvSpPr>
          <p:nvPr>
            <p:ph type="dt" sz="half" idx="10"/>
          </p:nvPr>
        </p:nvSpPr>
        <p:spPr/>
        <p:txBody>
          <a:bodyPr/>
          <a:lstStyle/>
          <a:p>
            <a:fld id="{41CD908B-78B3-489F-A887-DAA81813FC01}" type="datetimeFigureOut">
              <a:rPr lang="en-IN" smtClean="0"/>
              <a:t>26-02-2024</a:t>
            </a:fld>
            <a:endParaRPr lang="en-IN"/>
          </a:p>
        </p:txBody>
      </p:sp>
      <p:sp>
        <p:nvSpPr>
          <p:cNvPr id="6" name="Footer Placeholder 5">
            <a:extLst>
              <a:ext uri="{FF2B5EF4-FFF2-40B4-BE49-F238E27FC236}">
                <a16:creationId xmlns:a16="http://schemas.microsoft.com/office/drawing/2014/main" id="{E8BC7313-7484-7EDA-F416-45D279DA4BE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4D8E630-82C4-D39B-B82D-0A3F4F27FE1B}"/>
              </a:ext>
            </a:extLst>
          </p:cNvPr>
          <p:cNvSpPr>
            <a:spLocks noGrp="1"/>
          </p:cNvSpPr>
          <p:nvPr>
            <p:ph type="sldNum" sz="quarter" idx="12"/>
          </p:nvPr>
        </p:nvSpPr>
        <p:spPr/>
        <p:txBody>
          <a:bodyPr/>
          <a:lstStyle/>
          <a:p>
            <a:fld id="{FB83BD71-533A-44D8-A903-3638EA149A9F}" type="slidenum">
              <a:rPr lang="en-IN" smtClean="0"/>
              <a:t>‹#›</a:t>
            </a:fld>
            <a:endParaRPr lang="en-IN"/>
          </a:p>
        </p:txBody>
      </p:sp>
    </p:spTree>
    <p:extLst>
      <p:ext uri="{BB962C8B-B14F-4D97-AF65-F5344CB8AC3E}">
        <p14:creationId xmlns:p14="http://schemas.microsoft.com/office/powerpoint/2010/main" val="19835468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ADA4C-634B-B929-40D9-020563996D2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59C57F3-55CD-3544-E916-2CAC943FBE9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3440362-6D1D-C36E-EBB0-631E6D68EA04}"/>
              </a:ext>
            </a:extLst>
          </p:cNvPr>
          <p:cNvSpPr>
            <a:spLocks noGrp="1"/>
          </p:cNvSpPr>
          <p:nvPr>
            <p:ph type="dt" sz="half" idx="10"/>
          </p:nvPr>
        </p:nvSpPr>
        <p:spPr/>
        <p:txBody>
          <a:bodyPr/>
          <a:lstStyle/>
          <a:p>
            <a:fld id="{41CD908B-78B3-489F-A887-DAA81813FC01}" type="datetimeFigureOut">
              <a:rPr lang="en-IN" smtClean="0"/>
              <a:t>26-02-2024</a:t>
            </a:fld>
            <a:endParaRPr lang="en-IN"/>
          </a:p>
        </p:txBody>
      </p:sp>
      <p:sp>
        <p:nvSpPr>
          <p:cNvPr id="5" name="Footer Placeholder 4">
            <a:extLst>
              <a:ext uri="{FF2B5EF4-FFF2-40B4-BE49-F238E27FC236}">
                <a16:creationId xmlns:a16="http://schemas.microsoft.com/office/drawing/2014/main" id="{03BC80E5-F99B-3E28-19EC-39D3554031C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1E0C6D8-C4CC-FD10-410B-B31870D276C4}"/>
              </a:ext>
            </a:extLst>
          </p:cNvPr>
          <p:cNvSpPr>
            <a:spLocks noGrp="1"/>
          </p:cNvSpPr>
          <p:nvPr>
            <p:ph type="sldNum" sz="quarter" idx="12"/>
          </p:nvPr>
        </p:nvSpPr>
        <p:spPr/>
        <p:txBody>
          <a:bodyPr/>
          <a:lstStyle/>
          <a:p>
            <a:fld id="{FB83BD71-533A-44D8-A903-3638EA149A9F}" type="slidenum">
              <a:rPr lang="en-IN" smtClean="0"/>
              <a:t>‹#›</a:t>
            </a:fld>
            <a:endParaRPr lang="en-IN"/>
          </a:p>
        </p:txBody>
      </p:sp>
    </p:spTree>
    <p:extLst>
      <p:ext uri="{BB962C8B-B14F-4D97-AF65-F5344CB8AC3E}">
        <p14:creationId xmlns:p14="http://schemas.microsoft.com/office/powerpoint/2010/main" val="676776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2E97F95-4F5B-AF70-D198-1D7D6C53F2C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3E6D5FC-6199-37CA-C0B0-665FD411829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705257-6628-038B-F0F8-053A1B780EBD}"/>
              </a:ext>
            </a:extLst>
          </p:cNvPr>
          <p:cNvSpPr>
            <a:spLocks noGrp="1"/>
          </p:cNvSpPr>
          <p:nvPr>
            <p:ph type="dt" sz="half" idx="10"/>
          </p:nvPr>
        </p:nvSpPr>
        <p:spPr/>
        <p:txBody>
          <a:bodyPr/>
          <a:lstStyle/>
          <a:p>
            <a:fld id="{41CD908B-78B3-489F-A887-DAA81813FC01}" type="datetimeFigureOut">
              <a:rPr lang="en-IN" smtClean="0"/>
              <a:t>26-02-2024</a:t>
            </a:fld>
            <a:endParaRPr lang="en-IN"/>
          </a:p>
        </p:txBody>
      </p:sp>
      <p:sp>
        <p:nvSpPr>
          <p:cNvPr id="5" name="Footer Placeholder 4">
            <a:extLst>
              <a:ext uri="{FF2B5EF4-FFF2-40B4-BE49-F238E27FC236}">
                <a16:creationId xmlns:a16="http://schemas.microsoft.com/office/drawing/2014/main" id="{02E95BD8-3F44-15AF-C222-67C0B3441FE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59F639-DC9E-7156-2C84-57C3A39BA344}"/>
              </a:ext>
            </a:extLst>
          </p:cNvPr>
          <p:cNvSpPr>
            <a:spLocks noGrp="1"/>
          </p:cNvSpPr>
          <p:nvPr>
            <p:ph type="sldNum" sz="quarter" idx="12"/>
          </p:nvPr>
        </p:nvSpPr>
        <p:spPr/>
        <p:txBody>
          <a:bodyPr/>
          <a:lstStyle/>
          <a:p>
            <a:fld id="{FB83BD71-533A-44D8-A903-3638EA149A9F}" type="slidenum">
              <a:rPr lang="en-IN" smtClean="0"/>
              <a:t>‹#›</a:t>
            </a:fld>
            <a:endParaRPr lang="en-IN"/>
          </a:p>
        </p:txBody>
      </p:sp>
    </p:spTree>
    <p:extLst>
      <p:ext uri="{BB962C8B-B14F-4D97-AF65-F5344CB8AC3E}">
        <p14:creationId xmlns:p14="http://schemas.microsoft.com/office/powerpoint/2010/main" val="36188035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056006D-96B1-E0B3-2700-A7510A6EB56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6A41CDA-3937-4EF2-E8EA-D8B2CD41DA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6B80135-92D6-9FB9-3394-A2BFE11BE5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CD908B-78B3-489F-A887-DAA81813FC01}" type="datetimeFigureOut">
              <a:rPr lang="en-IN" smtClean="0"/>
              <a:t>26-02-2024</a:t>
            </a:fld>
            <a:endParaRPr lang="en-IN"/>
          </a:p>
        </p:txBody>
      </p:sp>
      <p:sp>
        <p:nvSpPr>
          <p:cNvPr id="5" name="Footer Placeholder 4">
            <a:extLst>
              <a:ext uri="{FF2B5EF4-FFF2-40B4-BE49-F238E27FC236}">
                <a16:creationId xmlns:a16="http://schemas.microsoft.com/office/drawing/2014/main" id="{8EBF34A1-8D59-1826-25C3-A3044E9BC4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D1ECB23-24E4-BEDD-4DFD-F5AAA51D853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83BD71-533A-44D8-A903-3638EA149A9F}" type="slidenum">
              <a:rPr lang="en-IN" smtClean="0"/>
              <a:t>‹#›</a:t>
            </a:fld>
            <a:endParaRPr lang="en-IN"/>
          </a:p>
        </p:txBody>
      </p:sp>
    </p:spTree>
    <p:extLst>
      <p:ext uri="{BB962C8B-B14F-4D97-AF65-F5344CB8AC3E}">
        <p14:creationId xmlns:p14="http://schemas.microsoft.com/office/powerpoint/2010/main" val="22524348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39CA6-AF0A-3EB3-A045-A0AB934409B0}"/>
              </a:ext>
            </a:extLst>
          </p:cNvPr>
          <p:cNvSpPr>
            <a:spLocks noGrp="1"/>
          </p:cNvSpPr>
          <p:nvPr>
            <p:ph type="ctrTitle"/>
          </p:nvPr>
        </p:nvSpPr>
        <p:spPr/>
        <p:txBody>
          <a:bodyPr/>
          <a:lstStyle/>
          <a:p>
            <a:r>
              <a:rPr lang="en-IN" dirty="0"/>
              <a:t>Data Tampering, </a:t>
            </a:r>
            <a:r>
              <a:rPr lang="en-US" dirty="0"/>
              <a:t>Luring and Phishing Attacks </a:t>
            </a:r>
            <a:endParaRPr lang="en-IN" dirty="0"/>
          </a:p>
        </p:txBody>
      </p:sp>
      <p:sp>
        <p:nvSpPr>
          <p:cNvPr id="3" name="Subtitle 2">
            <a:extLst>
              <a:ext uri="{FF2B5EF4-FFF2-40B4-BE49-F238E27FC236}">
                <a16:creationId xmlns:a16="http://schemas.microsoft.com/office/drawing/2014/main" id="{9B9B4071-F0E3-C3D1-713F-9D3B355820F4}"/>
              </a:ext>
            </a:extLst>
          </p:cNvPr>
          <p:cNvSpPr>
            <a:spLocks noGrp="1"/>
          </p:cNvSpPr>
          <p:nvPr>
            <p:ph type="subTitle" idx="1"/>
          </p:nvPr>
        </p:nvSpPr>
        <p:spPr/>
        <p:txBody>
          <a:bodyPr/>
          <a:lstStyle/>
          <a:p>
            <a:r>
              <a:rPr lang="en-IN" dirty="0"/>
              <a:t>Jalaj Limaye</a:t>
            </a:r>
          </a:p>
          <a:p>
            <a:r>
              <a:rPr lang="en-IN" dirty="0"/>
              <a:t>Assistant Professor</a:t>
            </a:r>
          </a:p>
          <a:p>
            <a:r>
              <a:rPr lang="en-IN" dirty="0"/>
              <a:t>Vishwakarma University</a:t>
            </a:r>
          </a:p>
        </p:txBody>
      </p:sp>
    </p:spTree>
    <p:extLst>
      <p:ext uri="{BB962C8B-B14F-4D97-AF65-F5344CB8AC3E}">
        <p14:creationId xmlns:p14="http://schemas.microsoft.com/office/powerpoint/2010/main" val="34629015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A256A-5D0D-0DD9-40BB-FDE55055D79F}"/>
              </a:ext>
            </a:extLst>
          </p:cNvPr>
          <p:cNvSpPr>
            <a:spLocks noGrp="1"/>
          </p:cNvSpPr>
          <p:nvPr>
            <p:ph type="title"/>
          </p:nvPr>
        </p:nvSpPr>
        <p:spPr/>
        <p:txBody>
          <a:bodyPr/>
          <a:lstStyle/>
          <a:p>
            <a:r>
              <a:rPr lang="en-IN" dirty="0"/>
              <a:t>Data Tampering</a:t>
            </a:r>
          </a:p>
        </p:txBody>
      </p:sp>
      <p:sp>
        <p:nvSpPr>
          <p:cNvPr id="3" name="Content Placeholder 2">
            <a:extLst>
              <a:ext uri="{FF2B5EF4-FFF2-40B4-BE49-F238E27FC236}">
                <a16:creationId xmlns:a16="http://schemas.microsoft.com/office/drawing/2014/main" id="{30EF23CB-39CD-7453-9627-C23209F1181E}"/>
              </a:ext>
            </a:extLst>
          </p:cNvPr>
          <p:cNvSpPr>
            <a:spLocks noGrp="1"/>
          </p:cNvSpPr>
          <p:nvPr>
            <p:ph idx="1"/>
          </p:nvPr>
        </p:nvSpPr>
        <p:spPr/>
        <p:txBody>
          <a:bodyPr>
            <a:normAutofit/>
          </a:bodyPr>
          <a:lstStyle/>
          <a:p>
            <a:r>
              <a:rPr lang="en-US" dirty="0"/>
              <a:t>Data tampering refers to the deliberate alteration or destruction of data, which may go unnoticed for a period of time.</a:t>
            </a:r>
          </a:p>
          <a:p>
            <a:r>
              <a:rPr lang="en-US" dirty="0"/>
              <a:t>Tampering can occur either while data is stored or during transit.</a:t>
            </a:r>
          </a:p>
          <a:p>
            <a:r>
              <a:rPr lang="en-US" dirty="0"/>
              <a:t>Unprotected data packets are vulnerable to interception and alteration by attackers, potentially leading to corruption through malicious code execution.</a:t>
            </a:r>
          </a:p>
          <a:p>
            <a:r>
              <a:rPr lang="en-US" dirty="0"/>
              <a:t>To mitigate data tampering, access to web applications should be tightly controlled, and additional security measures such as hashes and digital signatures should be employed for data encryption.</a:t>
            </a:r>
          </a:p>
        </p:txBody>
      </p:sp>
    </p:spTree>
    <p:extLst>
      <p:ext uri="{BB962C8B-B14F-4D97-AF65-F5344CB8AC3E}">
        <p14:creationId xmlns:p14="http://schemas.microsoft.com/office/powerpoint/2010/main" val="36034544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2BB67-DF70-D90F-2541-D727163AAA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757565-91D5-5202-2293-2ADD6D40A4E5}"/>
              </a:ext>
            </a:extLst>
          </p:cNvPr>
          <p:cNvSpPr>
            <a:spLocks noGrp="1"/>
          </p:cNvSpPr>
          <p:nvPr>
            <p:ph type="title"/>
          </p:nvPr>
        </p:nvSpPr>
        <p:spPr/>
        <p:txBody>
          <a:bodyPr/>
          <a:lstStyle/>
          <a:p>
            <a:r>
              <a:rPr lang="en-IN" dirty="0"/>
              <a:t>Data Tampering</a:t>
            </a:r>
          </a:p>
        </p:txBody>
      </p:sp>
      <p:sp>
        <p:nvSpPr>
          <p:cNvPr id="3" name="Content Placeholder 2">
            <a:extLst>
              <a:ext uri="{FF2B5EF4-FFF2-40B4-BE49-F238E27FC236}">
                <a16:creationId xmlns:a16="http://schemas.microsoft.com/office/drawing/2014/main" id="{DD0D77E7-068C-FE0E-28A4-CC06E7880B90}"/>
              </a:ext>
            </a:extLst>
          </p:cNvPr>
          <p:cNvSpPr>
            <a:spLocks noGrp="1"/>
          </p:cNvSpPr>
          <p:nvPr>
            <p:ph idx="1"/>
          </p:nvPr>
        </p:nvSpPr>
        <p:spPr/>
        <p:txBody>
          <a:bodyPr>
            <a:normAutofit fontScale="92500" lnSpcReduction="20000"/>
          </a:bodyPr>
          <a:lstStyle/>
          <a:p>
            <a:r>
              <a:rPr lang="en-US"/>
              <a:t>Secure </a:t>
            </a:r>
            <a:r>
              <a:rPr lang="en-US" dirty="0"/>
              <a:t>transmission protocols like Secure Socket Layer (SSL) / Transport Layer Security (TLS) are recommended for end-to-end data transmission to prevent tampering during transit.</a:t>
            </a:r>
          </a:p>
          <a:p>
            <a:r>
              <a:rPr lang="en-US" dirty="0"/>
              <a:t>Data tampering encompasses unauthorized alterations or deletions of resources, such as defacing a website or modifying data during transit.</a:t>
            </a:r>
          </a:p>
          <a:p>
            <a:r>
              <a:rPr lang="en-US" dirty="0"/>
              <a:t>Common causes of data tampering include trusting unvalidated data sources, failure to sanitize input to prevent malicious code execution, operating with elevated privileges, and leaving sensitive data unencrypted.</a:t>
            </a:r>
          </a:p>
          <a:p>
            <a:r>
              <a:rPr lang="en-US" dirty="0"/>
              <a:t>Preventive measures against data tampering include implementing operating system security measures to restrict access to files and directories, validating incoming data, and employing techniques like hashing and digital signatures for securing data during transit, such as through SSL or IPsec</a:t>
            </a:r>
            <a:endParaRPr lang="en-IN" dirty="0"/>
          </a:p>
        </p:txBody>
      </p:sp>
    </p:spTree>
    <p:extLst>
      <p:ext uri="{BB962C8B-B14F-4D97-AF65-F5344CB8AC3E}">
        <p14:creationId xmlns:p14="http://schemas.microsoft.com/office/powerpoint/2010/main" val="40938470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C47A6-9C7B-9299-73A7-6E8ADD36A140}"/>
              </a:ext>
            </a:extLst>
          </p:cNvPr>
          <p:cNvSpPr>
            <a:spLocks noGrp="1"/>
          </p:cNvSpPr>
          <p:nvPr>
            <p:ph type="title"/>
          </p:nvPr>
        </p:nvSpPr>
        <p:spPr/>
        <p:txBody>
          <a:bodyPr/>
          <a:lstStyle/>
          <a:p>
            <a:r>
              <a:rPr lang="en-US" dirty="0"/>
              <a:t>Luring attack</a:t>
            </a:r>
            <a:endParaRPr lang="en-IN" dirty="0"/>
          </a:p>
        </p:txBody>
      </p:sp>
      <p:sp>
        <p:nvSpPr>
          <p:cNvPr id="3" name="Content Placeholder 2">
            <a:extLst>
              <a:ext uri="{FF2B5EF4-FFF2-40B4-BE49-F238E27FC236}">
                <a16:creationId xmlns:a16="http://schemas.microsoft.com/office/drawing/2014/main" id="{F361A29C-8B4D-ACD2-7F1D-F0F24A4309C9}"/>
              </a:ext>
            </a:extLst>
          </p:cNvPr>
          <p:cNvSpPr>
            <a:spLocks noGrp="1"/>
          </p:cNvSpPr>
          <p:nvPr>
            <p:ph idx="1"/>
          </p:nvPr>
        </p:nvSpPr>
        <p:spPr/>
        <p:txBody>
          <a:bodyPr>
            <a:normAutofit lnSpcReduction="10000"/>
          </a:bodyPr>
          <a:lstStyle/>
          <a:p>
            <a:r>
              <a:rPr lang="en-US" dirty="0"/>
              <a:t>A luring attack is a form of elevation-of-privilege attack where an attacker manipulates a highly privileged component into performing actions on their behalf.</a:t>
            </a:r>
          </a:p>
          <a:p>
            <a:r>
              <a:rPr lang="en-US" dirty="0"/>
              <a:t>Typically, this is achieved by convincing the target to execute the attacker's code within a more privileged security context.</a:t>
            </a:r>
          </a:p>
          <a:p>
            <a:r>
              <a:rPr lang="en-US" dirty="0"/>
              <a:t>In such attacks, trusted code may unwittingly make calls into fragments of the attacker's code, potentially granting the attacker the authority of the caller.</a:t>
            </a:r>
          </a:p>
          <a:p>
            <a:r>
              <a:rPr lang="en-US" dirty="0"/>
              <a:t>The risk lies in the assumption that the called routine inherits the privileges of its caller, which can lead to unauthorized actions being performed.</a:t>
            </a:r>
            <a:endParaRPr lang="en-IN" dirty="0"/>
          </a:p>
        </p:txBody>
      </p:sp>
    </p:spTree>
    <p:extLst>
      <p:ext uri="{BB962C8B-B14F-4D97-AF65-F5344CB8AC3E}">
        <p14:creationId xmlns:p14="http://schemas.microsoft.com/office/powerpoint/2010/main" val="31650527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2C2CE-FCC0-0DAB-824D-1DFF856DE2CE}"/>
              </a:ext>
            </a:extLst>
          </p:cNvPr>
          <p:cNvSpPr>
            <a:spLocks noGrp="1"/>
          </p:cNvSpPr>
          <p:nvPr>
            <p:ph type="title"/>
          </p:nvPr>
        </p:nvSpPr>
        <p:spPr/>
        <p:txBody>
          <a:bodyPr/>
          <a:lstStyle/>
          <a:p>
            <a:r>
              <a:rPr lang="en-IN" dirty="0"/>
              <a:t>Phishing Attack</a:t>
            </a:r>
          </a:p>
        </p:txBody>
      </p:sp>
      <p:sp>
        <p:nvSpPr>
          <p:cNvPr id="3" name="Content Placeholder 2">
            <a:extLst>
              <a:ext uri="{FF2B5EF4-FFF2-40B4-BE49-F238E27FC236}">
                <a16:creationId xmlns:a16="http://schemas.microsoft.com/office/drawing/2014/main" id="{2BDCE0B0-D23C-230B-7747-AE119A517A56}"/>
              </a:ext>
            </a:extLst>
          </p:cNvPr>
          <p:cNvSpPr>
            <a:spLocks noGrp="1"/>
          </p:cNvSpPr>
          <p:nvPr>
            <p:ph idx="1"/>
          </p:nvPr>
        </p:nvSpPr>
        <p:spPr/>
        <p:txBody>
          <a:bodyPr>
            <a:normAutofit/>
          </a:bodyPr>
          <a:lstStyle/>
          <a:p>
            <a:r>
              <a:rPr lang="en-US" dirty="0"/>
              <a:t>Phishing attacks predominantly target banking and e-commerce websites, aiming to steal personal data, credit card information, and login credentials by posing as trustworthy entities.</a:t>
            </a:r>
          </a:p>
          <a:p>
            <a:r>
              <a:rPr lang="en-US" dirty="0"/>
              <a:t>Application developers can take several precautions to mitigate the risk of phishing attacks:</a:t>
            </a:r>
          </a:p>
          <a:p>
            <a:r>
              <a:rPr lang="en-US" dirty="0"/>
              <a:t>Implement robust authentication mechanisms and encryption protocols to secure user data.</a:t>
            </a:r>
          </a:p>
        </p:txBody>
      </p:sp>
    </p:spTree>
    <p:extLst>
      <p:ext uri="{BB962C8B-B14F-4D97-AF65-F5344CB8AC3E}">
        <p14:creationId xmlns:p14="http://schemas.microsoft.com/office/powerpoint/2010/main" val="34561620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DC6AC-AA0C-D3E5-8678-EC53470241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6B4710-7723-0EB7-DC3F-44D50D778474}"/>
              </a:ext>
            </a:extLst>
          </p:cNvPr>
          <p:cNvSpPr>
            <a:spLocks noGrp="1"/>
          </p:cNvSpPr>
          <p:nvPr>
            <p:ph type="title"/>
          </p:nvPr>
        </p:nvSpPr>
        <p:spPr/>
        <p:txBody>
          <a:bodyPr/>
          <a:lstStyle/>
          <a:p>
            <a:r>
              <a:rPr lang="en-IN" dirty="0"/>
              <a:t>Phishing Attack</a:t>
            </a:r>
          </a:p>
        </p:txBody>
      </p:sp>
      <p:sp>
        <p:nvSpPr>
          <p:cNvPr id="3" name="Content Placeholder 2">
            <a:extLst>
              <a:ext uri="{FF2B5EF4-FFF2-40B4-BE49-F238E27FC236}">
                <a16:creationId xmlns:a16="http://schemas.microsoft.com/office/drawing/2014/main" id="{89793C0E-EE59-19BA-B872-E2ABB421BC16}"/>
              </a:ext>
            </a:extLst>
          </p:cNvPr>
          <p:cNvSpPr>
            <a:spLocks noGrp="1"/>
          </p:cNvSpPr>
          <p:nvPr>
            <p:ph idx="1"/>
          </p:nvPr>
        </p:nvSpPr>
        <p:spPr/>
        <p:txBody>
          <a:bodyPr>
            <a:normAutofit/>
          </a:bodyPr>
          <a:lstStyle/>
          <a:p>
            <a:r>
              <a:rPr lang="en-US"/>
              <a:t>Educate </a:t>
            </a:r>
            <a:r>
              <a:rPr lang="en-US" dirty="0"/>
              <a:t>users about identifying phishing attempts and encourage them to verify the authenticity of websites and emails.</a:t>
            </a:r>
          </a:p>
          <a:p>
            <a:r>
              <a:rPr lang="en-US" dirty="0"/>
              <a:t>Employ email verification systems and multi-factor authentication to enhance security measures.</a:t>
            </a:r>
          </a:p>
          <a:p>
            <a:r>
              <a:rPr lang="en-US" dirty="0"/>
              <a:t>Phishing victims endure long-lasting repercussions, as identity theft can result in ongoing financial losses and damage to personal reputation.</a:t>
            </a:r>
          </a:p>
          <a:p>
            <a:r>
              <a:rPr lang="en-US" dirty="0"/>
              <a:t>Furthermore, organizations targeted by phishing attacks suffer significant reputational damage and loss of consumer trust, impacting their credibility and reliability in the eyes of </a:t>
            </a:r>
            <a:r>
              <a:rPr lang="en-US"/>
              <a:t>customers.</a:t>
            </a:r>
            <a:endParaRPr lang="en-US" dirty="0"/>
          </a:p>
        </p:txBody>
      </p:sp>
    </p:spTree>
    <p:extLst>
      <p:ext uri="{BB962C8B-B14F-4D97-AF65-F5344CB8AC3E}">
        <p14:creationId xmlns:p14="http://schemas.microsoft.com/office/powerpoint/2010/main" val="35289557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56696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465</Words>
  <Application>Microsoft Office PowerPoint</Application>
  <PresentationFormat>Widescreen</PresentationFormat>
  <Paragraphs>28</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Data Tampering, Luring and Phishing Attacks </vt:lpstr>
      <vt:lpstr>Data Tampering</vt:lpstr>
      <vt:lpstr>Data Tampering</vt:lpstr>
      <vt:lpstr>Luring attack</vt:lpstr>
      <vt:lpstr>Phishing Attack</vt:lpstr>
      <vt:lpstr>Phishing Attack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Tampering, Luring and Phishing Attacks </dc:title>
  <dc:creator>Jalaj Limaye</dc:creator>
  <cp:lastModifiedBy>Jalaj Limaye</cp:lastModifiedBy>
  <cp:revision>1</cp:revision>
  <dcterms:created xsi:type="dcterms:W3CDTF">2024-02-26T10:07:39Z</dcterms:created>
  <dcterms:modified xsi:type="dcterms:W3CDTF">2024-02-26T10:15:16Z</dcterms:modified>
</cp:coreProperties>
</file>
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9" r:id="rId4"/>
    <p:sldId id="262"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875" autoAdjust="0"/>
  </p:normalViewPr>
  <p:slideViewPr>
    <p:cSldViewPr snapToGrid="0">
      <p:cViewPr varScale="1">
        <p:scale>
          <a:sx n="76" d="100"/>
          <a:sy n="76" d="100"/>
        </p:scale>
        <p:origin x="917"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373F5C-BB6D-4F91-A6A1-0050558B7A27}" type="doc">
      <dgm:prSet loTypeId="urn:microsoft.com/office/officeart/2005/8/layout/hList1" loCatId="list" qsTypeId="urn:microsoft.com/office/officeart/2005/8/quickstyle/simple1" qsCatId="simple" csTypeId="urn:microsoft.com/office/officeart/2005/8/colors/accent1_1" csCatId="accent1"/>
      <dgm:spPr/>
      <dgm:t>
        <a:bodyPr/>
        <a:lstStyle/>
        <a:p>
          <a:endParaRPr lang="en-IN"/>
        </a:p>
      </dgm:t>
    </dgm:pt>
    <dgm:pt modelId="{947FABE6-5352-4207-B511-21159D5591A3}">
      <dgm:prSet/>
      <dgm:spPr/>
      <dgm:t>
        <a:bodyPr/>
        <a:lstStyle/>
        <a:p>
          <a:r>
            <a:rPr lang="en-US"/>
            <a:t>Awareness:</a:t>
          </a:r>
          <a:endParaRPr lang="en-IN"/>
        </a:p>
      </dgm:t>
    </dgm:pt>
    <dgm:pt modelId="{3CDEC314-F6C0-40F8-8294-062A07E838D4}" type="parTrans" cxnId="{44CF8774-4384-4DF5-96B9-3860A3699311}">
      <dgm:prSet/>
      <dgm:spPr/>
      <dgm:t>
        <a:bodyPr/>
        <a:lstStyle/>
        <a:p>
          <a:endParaRPr lang="en-IN"/>
        </a:p>
      </dgm:t>
    </dgm:pt>
    <dgm:pt modelId="{BF31B59F-3766-47B7-8F58-28A4A00F7B2D}" type="sibTrans" cxnId="{44CF8774-4384-4DF5-96B9-3860A3699311}">
      <dgm:prSet/>
      <dgm:spPr/>
      <dgm:t>
        <a:bodyPr/>
        <a:lstStyle/>
        <a:p>
          <a:endParaRPr lang="en-IN"/>
        </a:p>
      </dgm:t>
    </dgm:pt>
    <dgm:pt modelId="{24DA614B-471B-4339-A6DA-FD747E076253}">
      <dgm:prSet/>
      <dgm:spPr/>
      <dgm:t>
        <a:bodyPr/>
        <a:lstStyle/>
        <a:p>
          <a:r>
            <a:rPr lang="en-US"/>
            <a:t>Promoting information security awareness among IT professionals and organizations is crucial to address vulnerabilities. Users should exercise caution when connecting to public Wi-Fi networks, ensuring strong encryption is in use.</a:t>
          </a:r>
          <a:endParaRPr lang="en-IN"/>
        </a:p>
      </dgm:t>
    </dgm:pt>
    <dgm:pt modelId="{7266D442-4809-4CAB-A600-DB04AA6B286B}" type="parTrans" cxnId="{9E5C2792-9972-4688-9256-2BF79E55916B}">
      <dgm:prSet/>
      <dgm:spPr/>
      <dgm:t>
        <a:bodyPr/>
        <a:lstStyle/>
        <a:p>
          <a:endParaRPr lang="en-IN"/>
        </a:p>
      </dgm:t>
    </dgm:pt>
    <dgm:pt modelId="{841F650B-C1D5-4071-9AC7-9FAA2F835C5E}" type="sibTrans" cxnId="{9E5C2792-9972-4688-9256-2BF79E55916B}">
      <dgm:prSet/>
      <dgm:spPr/>
      <dgm:t>
        <a:bodyPr/>
        <a:lstStyle/>
        <a:p>
          <a:endParaRPr lang="en-IN"/>
        </a:p>
      </dgm:t>
    </dgm:pt>
    <dgm:pt modelId="{408958D3-F606-4205-8717-CBBC0E578D52}">
      <dgm:prSet/>
      <dgm:spPr/>
      <dgm:t>
        <a:bodyPr/>
        <a:lstStyle/>
        <a:p>
          <a:r>
            <a:rPr lang="en-US"/>
            <a:t>Encryption: </a:t>
          </a:r>
          <a:endParaRPr lang="en-IN"/>
        </a:p>
      </dgm:t>
    </dgm:pt>
    <dgm:pt modelId="{17D99CD5-AF6E-4444-9DDD-DF81733725A8}" type="parTrans" cxnId="{95B82F1B-72D3-4AE9-9233-FB3904A5FE4C}">
      <dgm:prSet/>
      <dgm:spPr/>
      <dgm:t>
        <a:bodyPr/>
        <a:lstStyle/>
        <a:p>
          <a:endParaRPr lang="en-IN"/>
        </a:p>
      </dgm:t>
    </dgm:pt>
    <dgm:pt modelId="{02B2F9A8-3AA0-48BA-8DC9-52278EF94192}" type="sibTrans" cxnId="{95B82F1B-72D3-4AE9-9233-FB3904A5FE4C}">
      <dgm:prSet/>
      <dgm:spPr/>
      <dgm:t>
        <a:bodyPr/>
        <a:lstStyle/>
        <a:p>
          <a:endParaRPr lang="en-IN"/>
        </a:p>
      </dgm:t>
    </dgm:pt>
    <dgm:pt modelId="{97BDAE45-1C37-4293-AC25-930C1FB64768}">
      <dgm:prSet/>
      <dgm:spPr/>
      <dgm:t>
        <a:bodyPr/>
        <a:lstStyle/>
        <a:p>
          <a:r>
            <a:rPr lang="en-US"/>
            <a:t>Strong encryption is the best defense against eavesdropping. However, it's not infallible due to advancements in computing power and performance constraints of some applications.</a:t>
          </a:r>
          <a:endParaRPr lang="en-IN"/>
        </a:p>
      </dgm:t>
    </dgm:pt>
    <dgm:pt modelId="{D0AEDE27-183B-4FBF-88D8-A74029207DB5}" type="parTrans" cxnId="{C64EA06E-01C3-4ECE-BF46-B1162084025F}">
      <dgm:prSet/>
      <dgm:spPr/>
      <dgm:t>
        <a:bodyPr/>
        <a:lstStyle/>
        <a:p>
          <a:endParaRPr lang="en-IN"/>
        </a:p>
      </dgm:t>
    </dgm:pt>
    <dgm:pt modelId="{1EE5B76F-87B0-4AFA-A9FE-CC781B724B19}" type="sibTrans" cxnId="{C64EA06E-01C3-4ECE-BF46-B1162084025F}">
      <dgm:prSet/>
      <dgm:spPr/>
      <dgm:t>
        <a:bodyPr/>
        <a:lstStyle/>
        <a:p>
          <a:endParaRPr lang="en-IN"/>
        </a:p>
      </dgm:t>
    </dgm:pt>
    <dgm:pt modelId="{A4387D5F-160C-4235-8E43-DF68C6D0B014}">
      <dgm:prSet/>
      <dgm:spPr/>
      <dgm:t>
        <a:bodyPr/>
        <a:lstStyle/>
        <a:p>
          <a:r>
            <a:rPr lang="en-US"/>
            <a:t>Network Segmentation: </a:t>
          </a:r>
          <a:endParaRPr lang="en-IN"/>
        </a:p>
      </dgm:t>
    </dgm:pt>
    <dgm:pt modelId="{92695191-3C06-4BC3-9C71-39A0C9D913D8}" type="parTrans" cxnId="{4727DE85-913D-475E-84A6-EEA7D7749073}">
      <dgm:prSet/>
      <dgm:spPr/>
      <dgm:t>
        <a:bodyPr/>
        <a:lstStyle/>
        <a:p>
          <a:endParaRPr lang="en-IN"/>
        </a:p>
      </dgm:t>
    </dgm:pt>
    <dgm:pt modelId="{A1C8C3B3-50B8-4244-A3F9-5EFC544FEB51}" type="sibTrans" cxnId="{4727DE85-913D-475E-84A6-EEA7D7749073}">
      <dgm:prSet/>
      <dgm:spPr/>
      <dgm:t>
        <a:bodyPr/>
        <a:lstStyle/>
        <a:p>
          <a:endParaRPr lang="en-IN"/>
        </a:p>
      </dgm:t>
    </dgm:pt>
    <dgm:pt modelId="{49C5A4BB-DF6F-4F7E-AB5E-49A13041777C}">
      <dgm:prSet/>
      <dgm:spPr/>
      <dgm:t>
        <a:bodyPr/>
        <a:lstStyle/>
        <a:p>
          <a:r>
            <a:rPr lang="en-US"/>
            <a:t>Proper segmentation of networks limits access, reducing the potential impact of eavesdropping attacks. This ensures that devices only have access to relevant network resources.</a:t>
          </a:r>
          <a:endParaRPr lang="en-IN"/>
        </a:p>
      </dgm:t>
    </dgm:pt>
    <dgm:pt modelId="{02EEA802-3E26-47EA-92E8-862B68770008}" type="parTrans" cxnId="{85807767-672D-449D-90A2-B92C649292FB}">
      <dgm:prSet/>
      <dgm:spPr/>
      <dgm:t>
        <a:bodyPr/>
        <a:lstStyle/>
        <a:p>
          <a:endParaRPr lang="en-IN"/>
        </a:p>
      </dgm:t>
    </dgm:pt>
    <dgm:pt modelId="{B7762D15-2C8A-4E33-8E67-9F8426D24491}" type="sibTrans" cxnId="{85807767-672D-449D-90A2-B92C649292FB}">
      <dgm:prSet/>
      <dgm:spPr/>
      <dgm:t>
        <a:bodyPr/>
        <a:lstStyle/>
        <a:p>
          <a:endParaRPr lang="en-IN"/>
        </a:p>
      </dgm:t>
    </dgm:pt>
    <dgm:pt modelId="{F9AFF21A-A45A-40C2-91AC-DE05F6261044}" type="pres">
      <dgm:prSet presAssocID="{B5373F5C-BB6D-4F91-A6A1-0050558B7A27}" presName="Name0" presStyleCnt="0">
        <dgm:presLayoutVars>
          <dgm:dir/>
          <dgm:animLvl val="lvl"/>
          <dgm:resizeHandles val="exact"/>
        </dgm:presLayoutVars>
      </dgm:prSet>
      <dgm:spPr/>
    </dgm:pt>
    <dgm:pt modelId="{17F6E721-07FA-483A-9785-7687A081011F}" type="pres">
      <dgm:prSet presAssocID="{947FABE6-5352-4207-B511-21159D5591A3}" presName="composite" presStyleCnt="0"/>
      <dgm:spPr/>
    </dgm:pt>
    <dgm:pt modelId="{8F2A294D-41C4-4BAC-90BC-B36BB63346E9}" type="pres">
      <dgm:prSet presAssocID="{947FABE6-5352-4207-B511-21159D5591A3}" presName="parTx" presStyleLbl="alignNode1" presStyleIdx="0" presStyleCnt="3">
        <dgm:presLayoutVars>
          <dgm:chMax val="0"/>
          <dgm:chPref val="0"/>
          <dgm:bulletEnabled val="1"/>
        </dgm:presLayoutVars>
      </dgm:prSet>
      <dgm:spPr/>
    </dgm:pt>
    <dgm:pt modelId="{8F4B4237-A179-4524-B324-DA29DD448122}" type="pres">
      <dgm:prSet presAssocID="{947FABE6-5352-4207-B511-21159D5591A3}" presName="desTx" presStyleLbl="alignAccFollowNode1" presStyleIdx="0" presStyleCnt="3">
        <dgm:presLayoutVars>
          <dgm:bulletEnabled val="1"/>
        </dgm:presLayoutVars>
      </dgm:prSet>
      <dgm:spPr/>
    </dgm:pt>
    <dgm:pt modelId="{7E498ED7-0A8A-46C4-A64E-6CAC1C7387D2}" type="pres">
      <dgm:prSet presAssocID="{BF31B59F-3766-47B7-8F58-28A4A00F7B2D}" presName="space" presStyleCnt="0"/>
      <dgm:spPr/>
    </dgm:pt>
    <dgm:pt modelId="{05A1AA43-7457-47E4-AA17-622139C02D06}" type="pres">
      <dgm:prSet presAssocID="{408958D3-F606-4205-8717-CBBC0E578D52}" presName="composite" presStyleCnt="0"/>
      <dgm:spPr/>
    </dgm:pt>
    <dgm:pt modelId="{27E4BE89-916E-4852-9CAC-AA111F23325D}" type="pres">
      <dgm:prSet presAssocID="{408958D3-F606-4205-8717-CBBC0E578D52}" presName="parTx" presStyleLbl="alignNode1" presStyleIdx="1" presStyleCnt="3">
        <dgm:presLayoutVars>
          <dgm:chMax val="0"/>
          <dgm:chPref val="0"/>
          <dgm:bulletEnabled val="1"/>
        </dgm:presLayoutVars>
      </dgm:prSet>
      <dgm:spPr/>
    </dgm:pt>
    <dgm:pt modelId="{9812FB0F-C284-4969-BBA6-71603B35DB13}" type="pres">
      <dgm:prSet presAssocID="{408958D3-F606-4205-8717-CBBC0E578D52}" presName="desTx" presStyleLbl="alignAccFollowNode1" presStyleIdx="1" presStyleCnt="3">
        <dgm:presLayoutVars>
          <dgm:bulletEnabled val="1"/>
        </dgm:presLayoutVars>
      </dgm:prSet>
      <dgm:spPr/>
    </dgm:pt>
    <dgm:pt modelId="{D1AE19D6-0A9C-4AA0-B4AA-8DE84705A01B}" type="pres">
      <dgm:prSet presAssocID="{02B2F9A8-3AA0-48BA-8DC9-52278EF94192}" presName="space" presStyleCnt="0"/>
      <dgm:spPr/>
    </dgm:pt>
    <dgm:pt modelId="{1E005EFC-03E1-4888-9AB9-5E4F40C29B36}" type="pres">
      <dgm:prSet presAssocID="{A4387D5F-160C-4235-8E43-DF68C6D0B014}" presName="composite" presStyleCnt="0"/>
      <dgm:spPr/>
    </dgm:pt>
    <dgm:pt modelId="{D42FAF5F-B2DF-4D62-836C-B6A5174A8093}" type="pres">
      <dgm:prSet presAssocID="{A4387D5F-160C-4235-8E43-DF68C6D0B014}" presName="parTx" presStyleLbl="alignNode1" presStyleIdx="2" presStyleCnt="3">
        <dgm:presLayoutVars>
          <dgm:chMax val="0"/>
          <dgm:chPref val="0"/>
          <dgm:bulletEnabled val="1"/>
        </dgm:presLayoutVars>
      </dgm:prSet>
      <dgm:spPr/>
    </dgm:pt>
    <dgm:pt modelId="{B72DA498-F033-4BAB-B9EE-8FD7892585C9}" type="pres">
      <dgm:prSet presAssocID="{A4387D5F-160C-4235-8E43-DF68C6D0B014}" presName="desTx" presStyleLbl="alignAccFollowNode1" presStyleIdx="2" presStyleCnt="3">
        <dgm:presLayoutVars>
          <dgm:bulletEnabled val="1"/>
        </dgm:presLayoutVars>
      </dgm:prSet>
      <dgm:spPr/>
    </dgm:pt>
  </dgm:ptLst>
  <dgm:cxnLst>
    <dgm:cxn modelId="{5D19CD06-33BF-4CE4-B89B-D5D69F913C43}" type="presOf" srcId="{A4387D5F-160C-4235-8E43-DF68C6D0B014}" destId="{D42FAF5F-B2DF-4D62-836C-B6A5174A8093}" srcOrd="0" destOrd="0" presId="urn:microsoft.com/office/officeart/2005/8/layout/hList1"/>
    <dgm:cxn modelId="{79DCD315-8D02-4B81-8DC4-8C3B16E5D4A1}" type="presOf" srcId="{B5373F5C-BB6D-4F91-A6A1-0050558B7A27}" destId="{F9AFF21A-A45A-40C2-91AC-DE05F6261044}" srcOrd="0" destOrd="0" presId="urn:microsoft.com/office/officeart/2005/8/layout/hList1"/>
    <dgm:cxn modelId="{95B82F1B-72D3-4AE9-9233-FB3904A5FE4C}" srcId="{B5373F5C-BB6D-4F91-A6A1-0050558B7A27}" destId="{408958D3-F606-4205-8717-CBBC0E578D52}" srcOrd="1" destOrd="0" parTransId="{17D99CD5-AF6E-4444-9DDD-DF81733725A8}" sibTransId="{02B2F9A8-3AA0-48BA-8DC9-52278EF94192}"/>
    <dgm:cxn modelId="{7106E333-9635-4590-8359-25E0228881C4}" type="presOf" srcId="{24DA614B-471B-4339-A6DA-FD747E076253}" destId="{8F4B4237-A179-4524-B324-DA29DD448122}" srcOrd="0" destOrd="0" presId="urn:microsoft.com/office/officeart/2005/8/layout/hList1"/>
    <dgm:cxn modelId="{85807767-672D-449D-90A2-B92C649292FB}" srcId="{A4387D5F-160C-4235-8E43-DF68C6D0B014}" destId="{49C5A4BB-DF6F-4F7E-AB5E-49A13041777C}" srcOrd="0" destOrd="0" parTransId="{02EEA802-3E26-47EA-92E8-862B68770008}" sibTransId="{B7762D15-2C8A-4E33-8E67-9F8426D24491}"/>
    <dgm:cxn modelId="{C64EA06E-01C3-4ECE-BF46-B1162084025F}" srcId="{408958D3-F606-4205-8717-CBBC0E578D52}" destId="{97BDAE45-1C37-4293-AC25-930C1FB64768}" srcOrd="0" destOrd="0" parTransId="{D0AEDE27-183B-4FBF-88D8-A74029207DB5}" sibTransId="{1EE5B76F-87B0-4AFA-A9FE-CC781B724B19}"/>
    <dgm:cxn modelId="{DEA4F452-30EA-4FF1-B8EC-995046231176}" type="presOf" srcId="{97BDAE45-1C37-4293-AC25-930C1FB64768}" destId="{9812FB0F-C284-4969-BBA6-71603B35DB13}" srcOrd="0" destOrd="0" presId="urn:microsoft.com/office/officeart/2005/8/layout/hList1"/>
    <dgm:cxn modelId="{44CF8774-4384-4DF5-96B9-3860A3699311}" srcId="{B5373F5C-BB6D-4F91-A6A1-0050558B7A27}" destId="{947FABE6-5352-4207-B511-21159D5591A3}" srcOrd="0" destOrd="0" parTransId="{3CDEC314-F6C0-40F8-8294-062A07E838D4}" sibTransId="{BF31B59F-3766-47B7-8F58-28A4A00F7B2D}"/>
    <dgm:cxn modelId="{4727DE85-913D-475E-84A6-EEA7D7749073}" srcId="{B5373F5C-BB6D-4F91-A6A1-0050558B7A27}" destId="{A4387D5F-160C-4235-8E43-DF68C6D0B014}" srcOrd="2" destOrd="0" parTransId="{92695191-3C06-4BC3-9C71-39A0C9D913D8}" sibTransId="{A1C8C3B3-50B8-4244-A3F9-5EFC544FEB51}"/>
    <dgm:cxn modelId="{9E5C2792-9972-4688-9256-2BF79E55916B}" srcId="{947FABE6-5352-4207-B511-21159D5591A3}" destId="{24DA614B-471B-4339-A6DA-FD747E076253}" srcOrd="0" destOrd="0" parTransId="{7266D442-4809-4CAB-A600-DB04AA6B286B}" sibTransId="{841F650B-C1D5-4071-9AC7-9FAA2F835C5E}"/>
    <dgm:cxn modelId="{242AFD9F-4114-4BE4-AA88-49F791EA4BE1}" type="presOf" srcId="{947FABE6-5352-4207-B511-21159D5591A3}" destId="{8F2A294D-41C4-4BAC-90BC-B36BB63346E9}" srcOrd="0" destOrd="0" presId="urn:microsoft.com/office/officeart/2005/8/layout/hList1"/>
    <dgm:cxn modelId="{A5BD7FAB-FE8F-47DC-8664-36316457475C}" type="presOf" srcId="{408958D3-F606-4205-8717-CBBC0E578D52}" destId="{27E4BE89-916E-4852-9CAC-AA111F23325D}" srcOrd="0" destOrd="0" presId="urn:microsoft.com/office/officeart/2005/8/layout/hList1"/>
    <dgm:cxn modelId="{1D0FB7FD-E3A7-4D6D-8F25-F8D4C64DFB8B}" type="presOf" srcId="{49C5A4BB-DF6F-4F7E-AB5E-49A13041777C}" destId="{B72DA498-F033-4BAB-B9EE-8FD7892585C9}" srcOrd="0" destOrd="0" presId="urn:microsoft.com/office/officeart/2005/8/layout/hList1"/>
    <dgm:cxn modelId="{9B8730F0-B323-4AB0-B0A7-052CBF5C70E8}" type="presParOf" srcId="{F9AFF21A-A45A-40C2-91AC-DE05F6261044}" destId="{17F6E721-07FA-483A-9785-7687A081011F}" srcOrd="0" destOrd="0" presId="urn:microsoft.com/office/officeart/2005/8/layout/hList1"/>
    <dgm:cxn modelId="{E207FF8D-F806-42EE-91E9-942B8E8F1491}" type="presParOf" srcId="{17F6E721-07FA-483A-9785-7687A081011F}" destId="{8F2A294D-41C4-4BAC-90BC-B36BB63346E9}" srcOrd="0" destOrd="0" presId="urn:microsoft.com/office/officeart/2005/8/layout/hList1"/>
    <dgm:cxn modelId="{DB2260F4-AAB7-43AD-BC30-36C4C6DCA775}" type="presParOf" srcId="{17F6E721-07FA-483A-9785-7687A081011F}" destId="{8F4B4237-A179-4524-B324-DA29DD448122}" srcOrd="1" destOrd="0" presId="urn:microsoft.com/office/officeart/2005/8/layout/hList1"/>
    <dgm:cxn modelId="{B3CBF687-042D-4F92-BB37-231DE3DD8C2D}" type="presParOf" srcId="{F9AFF21A-A45A-40C2-91AC-DE05F6261044}" destId="{7E498ED7-0A8A-46C4-A64E-6CAC1C7387D2}" srcOrd="1" destOrd="0" presId="urn:microsoft.com/office/officeart/2005/8/layout/hList1"/>
    <dgm:cxn modelId="{6F344714-A3C7-450D-B728-FF95FADFD107}" type="presParOf" srcId="{F9AFF21A-A45A-40C2-91AC-DE05F6261044}" destId="{05A1AA43-7457-47E4-AA17-622139C02D06}" srcOrd="2" destOrd="0" presId="urn:microsoft.com/office/officeart/2005/8/layout/hList1"/>
    <dgm:cxn modelId="{631D0732-98B2-44E3-BB6F-8365878DA1E1}" type="presParOf" srcId="{05A1AA43-7457-47E4-AA17-622139C02D06}" destId="{27E4BE89-916E-4852-9CAC-AA111F23325D}" srcOrd="0" destOrd="0" presId="urn:microsoft.com/office/officeart/2005/8/layout/hList1"/>
    <dgm:cxn modelId="{6B7E894F-E248-4566-8DED-D056F3D55A2D}" type="presParOf" srcId="{05A1AA43-7457-47E4-AA17-622139C02D06}" destId="{9812FB0F-C284-4969-BBA6-71603B35DB13}" srcOrd="1" destOrd="0" presId="urn:microsoft.com/office/officeart/2005/8/layout/hList1"/>
    <dgm:cxn modelId="{D97A6745-1839-4268-A776-1931E5119069}" type="presParOf" srcId="{F9AFF21A-A45A-40C2-91AC-DE05F6261044}" destId="{D1AE19D6-0A9C-4AA0-B4AA-8DE84705A01B}" srcOrd="3" destOrd="0" presId="urn:microsoft.com/office/officeart/2005/8/layout/hList1"/>
    <dgm:cxn modelId="{7278DF90-7708-4C38-BA6E-D84B94CFCA9D}" type="presParOf" srcId="{F9AFF21A-A45A-40C2-91AC-DE05F6261044}" destId="{1E005EFC-03E1-4888-9AB9-5E4F40C29B36}" srcOrd="4" destOrd="0" presId="urn:microsoft.com/office/officeart/2005/8/layout/hList1"/>
    <dgm:cxn modelId="{C1C543E9-ECEF-4A4A-8757-6A3C8EC46209}" type="presParOf" srcId="{1E005EFC-03E1-4888-9AB9-5E4F40C29B36}" destId="{D42FAF5F-B2DF-4D62-836C-B6A5174A8093}" srcOrd="0" destOrd="0" presId="urn:microsoft.com/office/officeart/2005/8/layout/hList1"/>
    <dgm:cxn modelId="{53ADA680-B772-445D-AA12-EACED6D9B304}" type="presParOf" srcId="{1E005EFC-03E1-4888-9AB9-5E4F40C29B36}" destId="{B72DA498-F033-4BAB-B9EE-8FD7892585C9}"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C8D7C3-D06F-434B-B37B-457F3C00EBBE}" type="doc">
      <dgm:prSet loTypeId="urn:microsoft.com/office/officeart/2005/8/layout/hList1" loCatId="list" qsTypeId="urn:microsoft.com/office/officeart/2005/8/quickstyle/simple1" qsCatId="simple" csTypeId="urn:microsoft.com/office/officeart/2005/8/colors/accent1_1" csCatId="accent1"/>
      <dgm:spPr/>
      <dgm:t>
        <a:bodyPr/>
        <a:lstStyle/>
        <a:p>
          <a:endParaRPr lang="en-IN"/>
        </a:p>
      </dgm:t>
    </dgm:pt>
    <dgm:pt modelId="{72BD4A94-67AE-4C1F-A1DA-BB79BE033ACC}">
      <dgm:prSet/>
      <dgm:spPr/>
      <dgm:t>
        <a:bodyPr/>
        <a:lstStyle/>
        <a:p>
          <a:r>
            <a:rPr lang="en-US"/>
            <a:t>Network Access Control (NAC): </a:t>
          </a:r>
          <a:endParaRPr lang="en-IN"/>
        </a:p>
      </dgm:t>
    </dgm:pt>
    <dgm:pt modelId="{B95A973E-18F7-47A9-AD3E-C50D8FA115DA}" type="parTrans" cxnId="{D57C0B6A-864B-4C19-A7E5-0292E657D0AF}">
      <dgm:prSet/>
      <dgm:spPr/>
      <dgm:t>
        <a:bodyPr/>
        <a:lstStyle/>
        <a:p>
          <a:endParaRPr lang="en-IN"/>
        </a:p>
      </dgm:t>
    </dgm:pt>
    <dgm:pt modelId="{29B582E1-F0C4-4BBD-8348-049311709799}" type="sibTrans" cxnId="{D57C0B6A-864B-4C19-A7E5-0292E657D0AF}">
      <dgm:prSet/>
      <dgm:spPr/>
      <dgm:t>
        <a:bodyPr/>
        <a:lstStyle/>
        <a:p>
          <a:endParaRPr lang="en-IN"/>
        </a:p>
      </dgm:t>
    </dgm:pt>
    <dgm:pt modelId="{9725FE9D-0FA0-4D7D-B69F-15C22257CF29}">
      <dgm:prSet/>
      <dgm:spPr/>
      <dgm:t>
        <a:bodyPr/>
        <a:lstStyle/>
        <a:p>
          <a:r>
            <a:rPr lang="en-US" dirty="0"/>
            <a:t>Implementing NAC prevents unauthorized access to the network, making eavesdropping significantly more difficult for attackers. It ensures that only trusted devices have full network connectivity.</a:t>
          </a:r>
          <a:endParaRPr lang="en-IN" dirty="0"/>
        </a:p>
      </dgm:t>
    </dgm:pt>
    <dgm:pt modelId="{FA7070D6-D295-46C3-9992-23CFE104E9C4}" type="parTrans" cxnId="{9504E4C3-1DCA-4BE1-B5C3-89A260FAE16E}">
      <dgm:prSet/>
      <dgm:spPr/>
      <dgm:t>
        <a:bodyPr/>
        <a:lstStyle/>
        <a:p>
          <a:endParaRPr lang="en-IN"/>
        </a:p>
      </dgm:t>
    </dgm:pt>
    <dgm:pt modelId="{E63D9557-0CB1-4223-BD1F-9A02437351A7}" type="sibTrans" cxnId="{9504E4C3-1DCA-4BE1-B5C3-89A260FAE16E}">
      <dgm:prSet/>
      <dgm:spPr/>
      <dgm:t>
        <a:bodyPr/>
        <a:lstStyle/>
        <a:p>
          <a:endParaRPr lang="en-IN"/>
        </a:p>
      </dgm:t>
    </dgm:pt>
    <dgm:pt modelId="{71CCF8E4-4A1A-472D-94C8-D50B08BDED2F}">
      <dgm:prSet/>
      <dgm:spPr/>
      <dgm:t>
        <a:bodyPr/>
        <a:lstStyle/>
        <a:p>
          <a:r>
            <a:rPr lang="en-US"/>
            <a:t>Physical Security: </a:t>
          </a:r>
          <a:endParaRPr lang="en-IN"/>
        </a:p>
      </dgm:t>
    </dgm:pt>
    <dgm:pt modelId="{EFD3A101-82AD-4980-8AAE-035B76768601}" type="parTrans" cxnId="{DC6CF212-B7C6-4C2D-A10F-39733B378B80}">
      <dgm:prSet/>
      <dgm:spPr/>
      <dgm:t>
        <a:bodyPr/>
        <a:lstStyle/>
        <a:p>
          <a:endParaRPr lang="en-IN"/>
        </a:p>
      </dgm:t>
    </dgm:pt>
    <dgm:pt modelId="{ED1D8C80-B870-4756-92AC-FF1B7C6608B9}" type="sibTrans" cxnId="{DC6CF212-B7C6-4C2D-A10F-39733B378B80}">
      <dgm:prSet/>
      <dgm:spPr/>
      <dgm:t>
        <a:bodyPr/>
        <a:lstStyle/>
        <a:p>
          <a:endParaRPr lang="en-IN"/>
        </a:p>
      </dgm:t>
    </dgm:pt>
    <dgm:pt modelId="{69E0C83E-221A-4378-9E64-22AFD09E6CFD}">
      <dgm:prSet/>
      <dgm:spPr/>
      <dgm:t>
        <a:bodyPr/>
        <a:lstStyle/>
        <a:p>
          <a:r>
            <a:rPr lang="en-US"/>
            <a:t>Ensuring physical security measures are in place is essential to prevent unauthorized access to network points, such as those in meeting rooms or lobbies, which could be exploited by attackers for eavesdropping or other malicious activities.</a:t>
          </a:r>
          <a:endParaRPr lang="en-IN"/>
        </a:p>
      </dgm:t>
    </dgm:pt>
    <dgm:pt modelId="{8D279542-ABB8-47FE-A960-78D9E09E298E}" type="parTrans" cxnId="{86C3C60E-D8F7-4083-949B-5113F8C8959F}">
      <dgm:prSet/>
      <dgm:spPr/>
      <dgm:t>
        <a:bodyPr/>
        <a:lstStyle/>
        <a:p>
          <a:endParaRPr lang="en-IN"/>
        </a:p>
      </dgm:t>
    </dgm:pt>
    <dgm:pt modelId="{FE6C0FD0-7DAC-4D42-A9CA-7E2AB49A52C9}" type="sibTrans" cxnId="{86C3C60E-D8F7-4083-949B-5113F8C8959F}">
      <dgm:prSet/>
      <dgm:spPr/>
      <dgm:t>
        <a:bodyPr/>
        <a:lstStyle/>
        <a:p>
          <a:endParaRPr lang="en-IN"/>
        </a:p>
      </dgm:t>
    </dgm:pt>
    <dgm:pt modelId="{83049CDA-2AC2-463E-BF26-7DBAEB4D5D59}" type="pres">
      <dgm:prSet presAssocID="{D7C8D7C3-D06F-434B-B37B-457F3C00EBBE}" presName="Name0" presStyleCnt="0">
        <dgm:presLayoutVars>
          <dgm:dir/>
          <dgm:animLvl val="lvl"/>
          <dgm:resizeHandles val="exact"/>
        </dgm:presLayoutVars>
      </dgm:prSet>
      <dgm:spPr/>
    </dgm:pt>
    <dgm:pt modelId="{1FB3DECA-4067-46A4-B142-E70A2D6614B4}" type="pres">
      <dgm:prSet presAssocID="{72BD4A94-67AE-4C1F-A1DA-BB79BE033ACC}" presName="composite" presStyleCnt="0"/>
      <dgm:spPr/>
    </dgm:pt>
    <dgm:pt modelId="{CFB82208-6DEC-46A8-903A-23AAA05983DC}" type="pres">
      <dgm:prSet presAssocID="{72BD4A94-67AE-4C1F-A1DA-BB79BE033ACC}" presName="parTx" presStyleLbl="alignNode1" presStyleIdx="0" presStyleCnt="2">
        <dgm:presLayoutVars>
          <dgm:chMax val="0"/>
          <dgm:chPref val="0"/>
          <dgm:bulletEnabled val="1"/>
        </dgm:presLayoutVars>
      </dgm:prSet>
      <dgm:spPr/>
    </dgm:pt>
    <dgm:pt modelId="{A305CB8D-A34D-44B5-B04D-BE7C5ECAFF84}" type="pres">
      <dgm:prSet presAssocID="{72BD4A94-67AE-4C1F-A1DA-BB79BE033ACC}" presName="desTx" presStyleLbl="alignAccFollowNode1" presStyleIdx="0" presStyleCnt="2">
        <dgm:presLayoutVars>
          <dgm:bulletEnabled val="1"/>
        </dgm:presLayoutVars>
      </dgm:prSet>
      <dgm:spPr/>
    </dgm:pt>
    <dgm:pt modelId="{446ABAF6-740D-4E5C-935C-0261313D56D4}" type="pres">
      <dgm:prSet presAssocID="{29B582E1-F0C4-4BBD-8348-049311709799}" presName="space" presStyleCnt="0"/>
      <dgm:spPr/>
    </dgm:pt>
    <dgm:pt modelId="{55D14C36-984E-4539-90A5-8DF4B04DB328}" type="pres">
      <dgm:prSet presAssocID="{71CCF8E4-4A1A-472D-94C8-D50B08BDED2F}" presName="composite" presStyleCnt="0"/>
      <dgm:spPr/>
    </dgm:pt>
    <dgm:pt modelId="{D8B9A44A-E42F-4D7C-BC1A-0B73352C7451}" type="pres">
      <dgm:prSet presAssocID="{71CCF8E4-4A1A-472D-94C8-D50B08BDED2F}" presName="parTx" presStyleLbl="alignNode1" presStyleIdx="1" presStyleCnt="2">
        <dgm:presLayoutVars>
          <dgm:chMax val="0"/>
          <dgm:chPref val="0"/>
          <dgm:bulletEnabled val="1"/>
        </dgm:presLayoutVars>
      </dgm:prSet>
      <dgm:spPr/>
    </dgm:pt>
    <dgm:pt modelId="{F6729634-133E-434A-977E-3FCB21739ED5}" type="pres">
      <dgm:prSet presAssocID="{71CCF8E4-4A1A-472D-94C8-D50B08BDED2F}" presName="desTx" presStyleLbl="alignAccFollowNode1" presStyleIdx="1" presStyleCnt="2">
        <dgm:presLayoutVars>
          <dgm:bulletEnabled val="1"/>
        </dgm:presLayoutVars>
      </dgm:prSet>
      <dgm:spPr/>
    </dgm:pt>
  </dgm:ptLst>
  <dgm:cxnLst>
    <dgm:cxn modelId="{86C3C60E-D8F7-4083-949B-5113F8C8959F}" srcId="{71CCF8E4-4A1A-472D-94C8-D50B08BDED2F}" destId="{69E0C83E-221A-4378-9E64-22AFD09E6CFD}" srcOrd="0" destOrd="0" parTransId="{8D279542-ABB8-47FE-A960-78D9E09E298E}" sibTransId="{FE6C0FD0-7DAC-4D42-A9CA-7E2AB49A52C9}"/>
    <dgm:cxn modelId="{DC6CF212-B7C6-4C2D-A10F-39733B378B80}" srcId="{D7C8D7C3-D06F-434B-B37B-457F3C00EBBE}" destId="{71CCF8E4-4A1A-472D-94C8-D50B08BDED2F}" srcOrd="1" destOrd="0" parTransId="{EFD3A101-82AD-4980-8AAE-035B76768601}" sibTransId="{ED1D8C80-B870-4756-92AC-FF1B7C6608B9}"/>
    <dgm:cxn modelId="{D57C0B6A-864B-4C19-A7E5-0292E657D0AF}" srcId="{D7C8D7C3-D06F-434B-B37B-457F3C00EBBE}" destId="{72BD4A94-67AE-4C1F-A1DA-BB79BE033ACC}" srcOrd="0" destOrd="0" parTransId="{B95A973E-18F7-47A9-AD3E-C50D8FA115DA}" sibTransId="{29B582E1-F0C4-4BBD-8348-049311709799}"/>
    <dgm:cxn modelId="{E6496A51-8200-449E-8214-9696A96D188D}" type="presOf" srcId="{D7C8D7C3-D06F-434B-B37B-457F3C00EBBE}" destId="{83049CDA-2AC2-463E-BF26-7DBAEB4D5D59}" srcOrd="0" destOrd="0" presId="urn:microsoft.com/office/officeart/2005/8/layout/hList1"/>
    <dgm:cxn modelId="{197A0293-B568-4478-ABD9-F9C925BC22AE}" type="presOf" srcId="{71CCF8E4-4A1A-472D-94C8-D50B08BDED2F}" destId="{D8B9A44A-E42F-4D7C-BC1A-0B73352C7451}" srcOrd="0" destOrd="0" presId="urn:microsoft.com/office/officeart/2005/8/layout/hList1"/>
    <dgm:cxn modelId="{9504E4C3-1DCA-4BE1-B5C3-89A260FAE16E}" srcId="{72BD4A94-67AE-4C1F-A1DA-BB79BE033ACC}" destId="{9725FE9D-0FA0-4D7D-B69F-15C22257CF29}" srcOrd="0" destOrd="0" parTransId="{FA7070D6-D295-46C3-9992-23CFE104E9C4}" sibTransId="{E63D9557-0CB1-4223-BD1F-9A02437351A7}"/>
    <dgm:cxn modelId="{9736AFCB-4E6C-46C9-AAAA-16EABE7CDF96}" type="presOf" srcId="{69E0C83E-221A-4378-9E64-22AFD09E6CFD}" destId="{F6729634-133E-434A-977E-3FCB21739ED5}" srcOrd="0" destOrd="0" presId="urn:microsoft.com/office/officeart/2005/8/layout/hList1"/>
    <dgm:cxn modelId="{021019D3-F8DB-47DA-B69A-08A62A7CECA5}" type="presOf" srcId="{9725FE9D-0FA0-4D7D-B69F-15C22257CF29}" destId="{A305CB8D-A34D-44B5-B04D-BE7C5ECAFF84}" srcOrd="0" destOrd="0" presId="urn:microsoft.com/office/officeart/2005/8/layout/hList1"/>
    <dgm:cxn modelId="{A8A900E5-DB4B-4ED3-96A1-EDFAC9C6ED65}" type="presOf" srcId="{72BD4A94-67AE-4C1F-A1DA-BB79BE033ACC}" destId="{CFB82208-6DEC-46A8-903A-23AAA05983DC}" srcOrd="0" destOrd="0" presId="urn:microsoft.com/office/officeart/2005/8/layout/hList1"/>
    <dgm:cxn modelId="{94D80C2D-DEB4-4223-8613-11E7A9250236}" type="presParOf" srcId="{83049CDA-2AC2-463E-BF26-7DBAEB4D5D59}" destId="{1FB3DECA-4067-46A4-B142-E70A2D6614B4}" srcOrd="0" destOrd="0" presId="urn:microsoft.com/office/officeart/2005/8/layout/hList1"/>
    <dgm:cxn modelId="{12C07AF7-C57F-44A7-9CC2-C06C607B4515}" type="presParOf" srcId="{1FB3DECA-4067-46A4-B142-E70A2D6614B4}" destId="{CFB82208-6DEC-46A8-903A-23AAA05983DC}" srcOrd="0" destOrd="0" presId="urn:microsoft.com/office/officeart/2005/8/layout/hList1"/>
    <dgm:cxn modelId="{E173D1F8-05C4-4E1A-9D8D-C5C3F77A464C}" type="presParOf" srcId="{1FB3DECA-4067-46A4-B142-E70A2D6614B4}" destId="{A305CB8D-A34D-44B5-B04D-BE7C5ECAFF84}" srcOrd="1" destOrd="0" presId="urn:microsoft.com/office/officeart/2005/8/layout/hList1"/>
    <dgm:cxn modelId="{5825353B-9E66-4596-8640-DB961408817B}" type="presParOf" srcId="{83049CDA-2AC2-463E-BF26-7DBAEB4D5D59}" destId="{446ABAF6-740D-4E5C-935C-0261313D56D4}" srcOrd="1" destOrd="0" presId="urn:microsoft.com/office/officeart/2005/8/layout/hList1"/>
    <dgm:cxn modelId="{42684367-44EA-450E-8642-4CA5EBF4724E}" type="presParOf" srcId="{83049CDA-2AC2-463E-BF26-7DBAEB4D5D59}" destId="{55D14C36-984E-4539-90A5-8DF4B04DB328}" srcOrd="2" destOrd="0" presId="urn:microsoft.com/office/officeart/2005/8/layout/hList1"/>
    <dgm:cxn modelId="{22F5F177-6F77-463A-B76A-FC76AB319405}" type="presParOf" srcId="{55D14C36-984E-4539-90A5-8DF4B04DB328}" destId="{D8B9A44A-E42F-4D7C-BC1A-0B73352C7451}" srcOrd="0" destOrd="0" presId="urn:microsoft.com/office/officeart/2005/8/layout/hList1"/>
    <dgm:cxn modelId="{5BE794F2-72F6-45E9-991A-ED191A493565}" type="presParOf" srcId="{55D14C36-984E-4539-90A5-8DF4B04DB328}" destId="{F6729634-133E-434A-977E-3FCB21739ED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2A294D-41C4-4BAC-90BC-B36BB63346E9}">
      <dsp:nvSpPr>
        <dsp:cNvPr id="0" name=""/>
        <dsp:cNvSpPr/>
      </dsp:nvSpPr>
      <dsp:spPr>
        <a:xfrm>
          <a:off x="3286" y="16973"/>
          <a:ext cx="3203971" cy="633600"/>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a:t>Awareness:</a:t>
          </a:r>
          <a:endParaRPr lang="en-IN" sz="2200" kern="1200"/>
        </a:p>
      </dsp:txBody>
      <dsp:txXfrm>
        <a:off x="3286" y="16973"/>
        <a:ext cx="3203971" cy="633600"/>
      </dsp:txXfrm>
    </dsp:sp>
    <dsp:sp modelId="{8F4B4237-A179-4524-B324-DA29DD448122}">
      <dsp:nvSpPr>
        <dsp:cNvPr id="0" name=""/>
        <dsp:cNvSpPr/>
      </dsp:nvSpPr>
      <dsp:spPr>
        <a:xfrm>
          <a:off x="3286" y="650574"/>
          <a:ext cx="3203971" cy="3683790"/>
        </a:xfrm>
        <a:prstGeom prst="rect">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a:t>Promoting information security awareness among IT professionals and organizations is crucial to address vulnerabilities. Users should exercise caution when connecting to public Wi-Fi networks, ensuring strong encryption is in use.</a:t>
          </a:r>
          <a:endParaRPr lang="en-IN" sz="2200" kern="1200"/>
        </a:p>
      </dsp:txBody>
      <dsp:txXfrm>
        <a:off x="3286" y="650574"/>
        <a:ext cx="3203971" cy="3683790"/>
      </dsp:txXfrm>
    </dsp:sp>
    <dsp:sp modelId="{27E4BE89-916E-4852-9CAC-AA111F23325D}">
      <dsp:nvSpPr>
        <dsp:cNvPr id="0" name=""/>
        <dsp:cNvSpPr/>
      </dsp:nvSpPr>
      <dsp:spPr>
        <a:xfrm>
          <a:off x="3655814" y="16973"/>
          <a:ext cx="3203971" cy="633600"/>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a:t>Encryption: </a:t>
          </a:r>
          <a:endParaRPr lang="en-IN" sz="2200" kern="1200"/>
        </a:p>
      </dsp:txBody>
      <dsp:txXfrm>
        <a:off x="3655814" y="16973"/>
        <a:ext cx="3203971" cy="633600"/>
      </dsp:txXfrm>
    </dsp:sp>
    <dsp:sp modelId="{9812FB0F-C284-4969-BBA6-71603B35DB13}">
      <dsp:nvSpPr>
        <dsp:cNvPr id="0" name=""/>
        <dsp:cNvSpPr/>
      </dsp:nvSpPr>
      <dsp:spPr>
        <a:xfrm>
          <a:off x="3655814" y="650574"/>
          <a:ext cx="3203971" cy="3683790"/>
        </a:xfrm>
        <a:prstGeom prst="rect">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a:t>Strong encryption is the best defense against eavesdropping. However, it's not infallible due to advancements in computing power and performance constraints of some applications.</a:t>
          </a:r>
          <a:endParaRPr lang="en-IN" sz="2200" kern="1200"/>
        </a:p>
      </dsp:txBody>
      <dsp:txXfrm>
        <a:off x="3655814" y="650574"/>
        <a:ext cx="3203971" cy="3683790"/>
      </dsp:txXfrm>
    </dsp:sp>
    <dsp:sp modelId="{D42FAF5F-B2DF-4D62-836C-B6A5174A8093}">
      <dsp:nvSpPr>
        <dsp:cNvPr id="0" name=""/>
        <dsp:cNvSpPr/>
      </dsp:nvSpPr>
      <dsp:spPr>
        <a:xfrm>
          <a:off x="7308342" y="16973"/>
          <a:ext cx="3203971" cy="633600"/>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a:t>Network Segmentation: </a:t>
          </a:r>
          <a:endParaRPr lang="en-IN" sz="2200" kern="1200"/>
        </a:p>
      </dsp:txBody>
      <dsp:txXfrm>
        <a:off x="7308342" y="16973"/>
        <a:ext cx="3203971" cy="633600"/>
      </dsp:txXfrm>
    </dsp:sp>
    <dsp:sp modelId="{B72DA498-F033-4BAB-B9EE-8FD7892585C9}">
      <dsp:nvSpPr>
        <dsp:cNvPr id="0" name=""/>
        <dsp:cNvSpPr/>
      </dsp:nvSpPr>
      <dsp:spPr>
        <a:xfrm>
          <a:off x="7308342" y="650574"/>
          <a:ext cx="3203971" cy="3683790"/>
        </a:xfrm>
        <a:prstGeom prst="rect">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a:t>Proper segmentation of networks limits access, reducing the potential impact of eavesdropping attacks. This ensures that devices only have access to relevant network resources.</a:t>
          </a:r>
          <a:endParaRPr lang="en-IN" sz="2200" kern="1200"/>
        </a:p>
      </dsp:txBody>
      <dsp:txXfrm>
        <a:off x="7308342" y="650574"/>
        <a:ext cx="3203971" cy="36837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B82208-6DEC-46A8-903A-23AAA05983DC}">
      <dsp:nvSpPr>
        <dsp:cNvPr id="0" name=""/>
        <dsp:cNvSpPr/>
      </dsp:nvSpPr>
      <dsp:spPr>
        <a:xfrm>
          <a:off x="51" y="233004"/>
          <a:ext cx="4913783" cy="720000"/>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kern="1200"/>
            <a:t>Network Access Control (NAC): </a:t>
          </a:r>
          <a:endParaRPr lang="en-IN" sz="2500" kern="1200"/>
        </a:p>
      </dsp:txBody>
      <dsp:txXfrm>
        <a:off x="51" y="233004"/>
        <a:ext cx="4913783" cy="720000"/>
      </dsp:txXfrm>
    </dsp:sp>
    <dsp:sp modelId="{A305CB8D-A34D-44B5-B04D-BE7C5ECAFF84}">
      <dsp:nvSpPr>
        <dsp:cNvPr id="0" name=""/>
        <dsp:cNvSpPr/>
      </dsp:nvSpPr>
      <dsp:spPr>
        <a:xfrm>
          <a:off x="51" y="953004"/>
          <a:ext cx="4913783" cy="3165328"/>
        </a:xfrm>
        <a:prstGeom prst="rect">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Implementing NAC prevents unauthorized access to the network, making eavesdropping significantly more difficult for attackers. It ensures that only trusted devices have full network connectivity.</a:t>
          </a:r>
          <a:endParaRPr lang="en-IN" sz="2500" kern="1200" dirty="0"/>
        </a:p>
      </dsp:txBody>
      <dsp:txXfrm>
        <a:off x="51" y="953004"/>
        <a:ext cx="4913783" cy="3165328"/>
      </dsp:txXfrm>
    </dsp:sp>
    <dsp:sp modelId="{D8B9A44A-E42F-4D7C-BC1A-0B73352C7451}">
      <dsp:nvSpPr>
        <dsp:cNvPr id="0" name=""/>
        <dsp:cNvSpPr/>
      </dsp:nvSpPr>
      <dsp:spPr>
        <a:xfrm>
          <a:off x="5601764" y="233004"/>
          <a:ext cx="4913783" cy="720000"/>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kern="1200"/>
            <a:t>Physical Security: </a:t>
          </a:r>
          <a:endParaRPr lang="en-IN" sz="2500" kern="1200"/>
        </a:p>
      </dsp:txBody>
      <dsp:txXfrm>
        <a:off x="5601764" y="233004"/>
        <a:ext cx="4913783" cy="720000"/>
      </dsp:txXfrm>
    </dsp:sp>
    <dsp:sp modelId="{F6729634-133E-434A-977E-3FCB21739ED5}">
      <dsp:nvSpPr>
        <dsp:cNvPr id="0" name=""/>
        <dsp:cNvSpPr/>
      </dsp:nvSpPr>
      <dsp:spPr>
        <a:xfrm>
          <a:off x="5601764" y="953004"/>
          <a:ext cx="4913783" cy="3165328"/>
        </a:xfrm>
        <a:prstGeom prst="rect">
          <a:avLst/>
        </a:prstGeom>
        <a:solidFill>
          <a:schemeClr val="lt1">
            <a:alpha val="90000"/>
            <a:tint val="40000"/>
            <a:hueOff val="0"/>
            <a:satOff val="0"/>
            <a:lumOff val="0"/>
            <a:alphaOff val="0"/>
          </a:schemeClr>
        </a:solidFill>
        <a:ln w="1270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a:t>Ensuring physical security measures are in place is essential to prevent unauthorized access to network points, such as those in meeting rooms or lobbies, which could be exploited by attackers for eavesdropping or other malicious activities.</a:t>
          </a:r>
          <a:endParaRPr lang="en-IN" sz="2500" kern="1200"/>
        </a:p>
      </dsp:txBody>
      <dsp:txXfrm>
        <a:off x="5601764" y="953004"/>
        <a:ext cx="4913783" cy="3165328"/>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AC28DA-AFD2-4BEB-9E43-F137C374041C}" type="datetimeFigureOut">
              <a:rPr lang="en-IN" smtClean="0"/>
              <a:t>22-02-2024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4B9955-0C48-4357-BCB9-E58BBA380FE9}" type="slidenum">
              <a:rPr lang="en-IN" smtClean="0"/>
              <a:t>‹#›</a:t>
            </a:fld>
            <a:endParaRPr lang="en-IN"/>
          </a:p>
        </p:txBody>
      </p:sp>
    </p:spTree>
    <p:extLst>
      <p:ext uri="{BB962C8B-B14F-4D97-AF65-F5344CB8AC3E}">
        <p14:creationId xmlns:p14="http://schemas.microsoft.com/office/powerpoint/2010/main" val="42136336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on-premise or Cloud RADIUS servers act as the “security guard” of the network; as users connect to the network, the RADIUS authenticates their identity and authorizes them for network use.</a:t>
            </a:r>
          </a:p>
          <a:p>
            <a:r>
              <a:rPr lang="en-US" dirty="0"/>
              <a:t>The most widely used wireless network protocols today are the Extensible Authentication Protocols (EAP) used in WPA2-Enterprise. Utilizing an EAP authentication method ensures that users’ information is sent over-the-air using encryption and avoids interception.</a:t>
            </a:r>
            <a:endParaRPr lang="en-IN" dirty="0"/>
          </a:p>
        </p:txBody>
      </p:sp>
      <p:sp>
        <p:nvSpPr>
          <p:cNvPr id="4" name="Slide Number Placeholder 3"/>
          <p:cNvSpPr>
            <a:spLocks noGrp="1"/>
          </p:cNvSpPr>
          <p:nvPr>
            <p:ph type="sldNum" sz="quarter" idx="5"/>
          </p:nvPr>
        </p:nvSpPr>
        <p:spPr/>
        <p:txBody>
          <a:bodyPr/>
          <a:lstStyle/>
          <a:p>
            <a:fld id="{5B4B9955-0C48-4357-BCB9-E58BBA380FE9}" type="slidenum">
              <a:rPr lang="en-IN" smtClean="0"/>
              <a:t>5</a:t>
            </a:fld>
            <a:endParaRPr lang="en-IN"/>
          </a:p>
        </p:txBody>
      </p:sp>
    </p:spTree>
    <p:extLst>
      <p:ext uri="{BB962C8B-B14F-4D97-AF65-F5344CB8AC3E}">
        <p14:creationId xmlns:p14="http://schemas.microsoft.com/office/powerpoint/2010/main" val="668474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350D8-D2E9-7CE5-6CA7-5070D0855B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58AE1B0-CEBF-66B1-3159-6CFAB457D5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F22C117-52AE-1B27-2A3C-71771038F36A}"/>
              </a:ext>
            </a:extLst>
          </p:cNvPr>
          <p:cNvSpPr>
            <a:spLocks noGrp="1"/>
          </p:cNvSpPr>
          <p:nvPr>
            <p:ph type="dt" sz="half" idx="10"/>
          </p:nvPr>
        </p:nvSpPr>
        <p:spPr/>
        <p:txBody>
          <a:bodyPr/>
          <a:lstStyle/>
          <a:p>
            <a:fld id="{8ED7C2EF-4C82-4C81-B765-1754AE25859A}" type="datetimeFigureOut">
              <a:rPr lang="en-IN" smtClean="0"/>
              <a:t>22-02-2024</a:t>
            </a:fld>
            <a:endParaRPr lang="en-IN"/>
          </a:p>
        </p:txBody>
      </p:sp>
      <p:sp>
        <p:nvSpPr>
          <p:cNvPr id="5" name="Footer Placeholder 4">
            <a:extLst>
              <a:ext uri="{FF2B5EF4-FFF2-40B4-BE49-F238E27FC236}">
                <a16:creationId xmlns:a16="http://schemas.microsoft.com/office/drawing/2014/main" id="{3891D20E-AAE8-8A22-1DD4-5B9B8ABCF4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0118B2-AA46-9127-7176-AB1F690FA4E7}"/>
              </a:ext>
            </a:extLst>
          </p:cNvPr>
          <p:cNvSpPr>
            <a:spLocks noGrp="1"/>
          </p:cNvSpPr>
          <p:nvPr>
            <p:ph type="sldNum" sz="quarter" idx="12"/>
          </p:nvPr>
        </p:nvSpPr>
        <p:spPr/>
        <p:txBody>
          <a:bodyPr/>
          <a:lstStyle/>
          <a:p>
            <a:fld id="{AE8B542E-87C8-42F3-9B1A-39997F1BD87F}" type="slidenum">
              <a:rPr lang="en-IN" smtClean="0"/>
              <a:t>‹#›</a:t>
            </a:fld>
            <a:endParaRPr lang="en-IN"/>
          </a:p>
        </p:txBody>
      </p:sp>
    </p:spTree>
    <p:extLst>
      <p:ext uri="{BB962C8B-B14F-4D97-AF65-F5344CB8AC3E}">
        <p14:creationId xmlns:p14="http://schemas.microsoft.com/office/powerpoint/2010/main" val="531886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99A50-5801-8BDE-EA27-F4A81D6FE8D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066895-1FF0-654E-CD62-6917FA917D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8D388C-D7D1-AA3A-1B4B-04817287A4C6}"/>
              </a:ext>
            </a:extLst>
          </p:cNvPr>
          <p:cNvSpPr>
            <a:spLocks noGrp="1"/>
          </p:cNvSpPr>
          <p:nvPr>
            <p:ph type="dt" sz="half" idx="10"/>
          </p:nvPr>
        </p:nvSpPr>
        <p:spPr/>
        <p:txBody>
          <a:bodyPr/>
          <a:lstStyle/>
          <a:p>
            <a:fld id="{8ED7C2EF-4C82-4C81-B765-1754AE25859A}" type="datetimeFigureOut">
              <a:rPr lang="en-IN" smtClean="0"/>
              <a:t>22-02-2024</a:t>
            </a:fld>
            <a:endParaRPr lang="en-IN"/>
          </a:p>
        </p:txBody>
      </p:sp>
      <p:sp>
        <p:nvSpPr>
          <p:cNvPr id="5" name="Footer Placeholder 4">
            <a:extLst>
              <a:ext uri="{FF2B5EF4-FFF2-40B4-BE49-F238E27FC236}">
                <a16:creationId xmlns:a16="http://schemas.microsoft.com/office/drawing/2014/main" id="{4E38823E-01F1-283A-4D06-BAA1BFB92D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0FED8A-C5FE-9107-09AD-BE254425BD3C}"/>
              </a:ext>
            </a:extLst>
          </p:cNvPr>
          <p:cNvSpPr>
            <a:spLocks noGrp="1"/>
          </p:cNvSpPr>
          <p:nvPr>
            <p:ph type="sldNum" sz="quarter" idx="12"/>
          </p:nvPr>
        </p:nvSpPr>
        <p:spPr/>
        <p:txBody>
          <a:bodyPr/>
          <a:lstStyle/>
          <a:p>
            <a:fld id="{AE8B542E-87C8-42F3-9B1A-39997F1BD87F}" type="slidenum">
              <a:rPr lang="en-IN" smtClean="0"/>
              <a:t>‹#›</a:t>
            </a:fld>
            <a:endParaRPr lang="en-IN"/>
          </a:p>
        </p:txBody>
      </p:sp>
    </p:spTree>
    <p:extLst>
      <p:ext uri="{BB962C8B-B14F-4D97-AF65-F5344CB8AC3E}">
        <p14:creationId xmlns:p14="http://schemas.microsoft.com/office/powerpoint/2010/main" val="2394788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BEB5D-FEBB-0B03-5915-7DA61831AC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C09C68D-D861-AEE8-6E7A-D937014844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543544-BC6B-8C1B-877E-D6B1BC96CDE3}"/>
              </a:ext>
            </a:extLst>
          </p:cNvPr>
          <p:cNvSpPr>
            <a:spLocks noGrp="1"/>
          </p:cNvSpPr>
          <p:nvPr>
            <p:ph type="dt" sz="half" idx="10"/>
          </p:nvPr>
        </p:nvSpPr>
        <p:spPr/>
        <p:txBody>
          <a:bodyPr/>
          <a:lstStyle/>
          <a:p>
            <a:fld id="{8ED7C2EF-4C82-4C81-B765-1754AE25859A}" type="datetimeFigureOut">
              <a:rPr lang="en-IN" smtClean="0"/>
              <a:t>22-02-2024</a:t>
            </a:fld>
            <a:endParaRPr lang="en-IN"/>
          </a:p>
        </p:txBody>
      </p:sp>
      <p:sp>
        <p:nvSpPr>
          <p:cNvPr id="5" name="Footer Placeholder 4">
            <a:extLst>
              <a:ext uri="{FF2B5EF4-FFF2-40B4-BE49-F238E27FC236}">
                <a16:creationId xmlns:a16="http://schemas.microsoft.com/office/drawing/2014/main" id="{805CAD2B-F5C5-C902-02E9-280D90294A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FC5002-D79D-E2EC-DA68-4E9C07270FF1}"/>
              </a:ext>
            </a:extLst>
          </p:cNvPr>
          <p:cNvSpPr>
            <a:spLocks noGrp="1"/>
          </p:cNvSpPr>
          <p:nvPr>
            <p:ph type="sldNum" sz="quarter" idx="12"/>
          </p:nvPr>
        </p:nvSpPr>
        <p:spPr/>
        <p:txBody>
          <a:bodyPr/>
          <a:lstStyle/>
          <a:p>
            <a:fld id="{AE8B542E-87C8-42F3-9B1A-39997F1BD87F}" type="slidenum">
              <a:rPr lang="en-IN" smtClean="0"/>
              <a:t>‹#›</a:t>
            </a:fld>
            <a:endParaRPr lang="en-IN"/>
          </a:p>
        </p:txBody>
      </p:sp>
    </p:spTree>
    <p:extLst>
      <p:ext uri="{BB962C8B-B14F-4D97-AF65-F5344CB8AC3E}">
        <p14:creationId xmlns:p14="http://schemas.microsoft.com/office/powerpoint/2010/main" val="1350502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EE671-1C1D-C925-BA8F-8918DAC9E9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DC2D159-552B-1CA1-F231-82C2789AB6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AD2AE0C-B35E-B955-1DF2-51FDCBFF1A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7CFB4AF-7DC2-BAF0-B4F1-680BE11DA5A1}"/>
              </a:ext>
            </a:extLst>
          </p:cNvPr>
          <p:cNvSpPr>
            <a:spLocks noGrp="1"/>
          </p:cNvSpPr>
          <p:nvPr>
            <p:ph type="dt" sz="half" idx="10"/>
          </p:nvPr>
        </p:nvSpPr>
        <p:spPr/>
        <p:txBody>
          <a:bodyPr/>
          <a:lstStyle/>
          <a:p>
            <a:fld id="{8ED7C2EF-4C82-4C81-B765-1754AE25859A}" type="datetimeFigureOut">
              <a:rPr lang="en-IN" smtClean="0"/>
              <a:t>22-02-2024</a:t>
            </a:fld>
            <a:endParaRPr lang="en-IN"/>
          </a:p>
        </p:txBody>
      </p:sp>
      <p:sp>
        <p:nvSpPr>
          <p:cNvPr id="6" name="Footer Placeholder 5">
            <a:extLst>
              <a:ext uri="{FF2B5EF4-FFF2-40B4-BE49-F238E27FC236}">
                <a16:creationId xmlns:a16="http://schemas.microsoft.com/office/drawing/2014/main" id="{279FED38-933E-8DDD-6B57-9E9DB12506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5E4423-426F-F570-CDE6-3B2BACC19C3E}"/>
              </a:ext>
            </a:extLst>
          </p:cNvPr>
          <p:cNvSpPr>
            <a:spLocks noGrp="1"/>
          </p:cNvSpPr>
          <p:nvPr>
            <p:ph type="sldNum" sz="quarter" idx="12"/>
          </p:nvPr>
        </p:nvSpPr>
        <p:spPr/>
        <p:txBody>
          <a:bodyPr/>
          <a:lstStyle/>
          <a:p>
            <a:fld id="{AE8B542E-87C8-42F3-9B1A-39997F1BD87F}" type="slidenum">
              <a:rPr lang="en-IN" smtClean="0"/>
              <a:t>‹#›</a:t>
            </a:fld>
            <a:endParaRPr lang="en-IN"/>
          </a:p>
        </p:txBody>
      </p:sp>
    </p:spTree>
    <p:extLst>
      <p:ext uri="{BB962C8B-B14F-4D97-AF65-F5344CB8AC3E}">
        <p14:creationId xmlns:p14="http://schemas.microsoft.com/office/powerpoint/2010/main" val="3911961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956B1-6897-7273-A418-F1E8D27478A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7718B5B-1AF3-9253-8FBC-3D7F08D1C6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C0C7D9-49AD-A7F5-D0FF-903685C731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BCB406A-326A-3621-8262-ACC50D7DAA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1F5658-9C7D-6566-5AB8-4D6B1AA9E7B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8B96CEC-6BDF-F2CD-9AD8-BFD29FBECDAA}"/>
              </a:ext>
            </a:extLst>
          </p:cNvPr>
          <p:cNvSpPr>
            <a:spLocks noGrp="1"/>
          </p:cNvSpPr>
          <p:nvPr>
            <p:ph type="dt" sz="half" idx="10"/>
          </p:nvPr>
        </p:nvSpPr>
        <p:spPr/>
        <p:txBody>
          <a:bodyPr/>
          <a:lstStyle/>
          <a:p>
            <a:fld id="{8ED7C2EF-4C82-4C81-B765-1754AE25859A}" type="datetimeFigureOut">
              <a:rPr lang="en-IN" smtClean="0"/>
              <a:t>22-02-2024</a:t>
            </a:fld>
            <a:endParaRPr lang="en-IN"/>
          </a:p>
        </p:txBody>
      </p:sp>
      <p:sp>
        <p:nvSpPr>
          <p:cNvPr id="8" name="Footer Placeholder 7">
            <a:extLst>
              <a:ext uri="{FF2B5EF4-FFF2-40B4-BE49-F238E27FC236}">
                <a16:creationId xmlns:a16="http://schemas.microsoft.com/office/drawing/2014/main" id="{88482FC0-5D32-3D0E-D67C-B2F10A595DE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55BB526-14C0-2FE7-E295-F1FD18CFE018}"/>
              </a:ext>
            </a:extLst>
          </p:cNvPr>
          <p:cNvSpPr>
            <a:spLocks noGrp="1"/>
          </p:cNvSpPr>
          <p:nvPr>
            <p:ph type="sldNum" sz="quarter" idx="12"/>
          </p:nvPr>
        </p:nvSpPr>
        <p:spPr/>
        <p:txBody>
          <a:bodyPr/>
          <a:lstStyle/>
          <a:p>
            <a:fld id="{AE8B542E-87C8-42F3-9B1A-39997F1BD87F}" type="slidenum">
              <a:rPr lang="en-IN" smtClean="0"/>
              <a:t>‹#›</a:t>
            </a:fld>
            <a:endParaRPr lang="en-IN"/>
          </a:p>
        </p:txBody>
      </p:sp>
    </p:spTree>
    <p:extLst>
      <p:ext uri="{BB962C8B-B14F-4D97-AF65-F5344CB8AC3E}">
        <p14:creationId xmlns:p14="http://schemas.microsoft.com/office/powerpoint/2010/main" val="3679337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47C00-DBB4-115A-B15A-16F30107A09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B981F7B-3DD9-EAEF-C52A-D08AAE2934BE}"/>
              </a:ext>
            </a:extLst>
          </p:cNvPr>
          <p:cNvSpPr>
            <a:spLocks noGrp="1"/>
          </p:cNvSpPr>
          <p:nvPr>
            <p:ph type="dt" sz="half" idx="10"/>
          </p:nvPr>
        </p:nvSpPr>
        <p:spPr/>
        <p:txBody>
          <a:bodyPr/>
          <a:lstStyle/>
          <a:p>
            <a:fld id="{8ED7C2EF-4C82-4C81-B765-1754AE25859A}" type="datetimeFigureOut">
              <a:rPr lang="en-IN" smtClean="0"/>
              <a:t>22-02-2024</a:t>
            </a:fld>
            <a:endParaRPr lang="en-IN"/>
          </a:p>
        </p:txBody>
      </p:sp>
      <p:sp>
        <p:nvSpPr>
          <p:cNvPr id="4" name="Footer Placeholder 3">
            <a:extLst>
              <a:ext uri="{FF2B5EF4-FFF2-40B4-BE49-F238E27FC236}">
                <a16:creationId xmlns:a16="http://schemas.microsoft.com/office/drawing/2014/main" id="{CE390765-6DC4-EC76-286F-D8C140781A6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889B9F7-E8E6-2960-351B-164D1D583161}"/>
              </a:ext>
            </a:extLst>
          </p:cNvPr>
          <p:cNvSpPr>
            <a:spLocks noGrp="1"/>
          </p:cNvSpPr>
          <p:nvPr>
            <p:ph type="sldNum" sz="quarter" idx="12"/>
          </p:nvPr>
        </p:nvSpPr>
        <p:spPr/>
        <p:txBody>
          <a:bodyPr/>
          <a:lstStyle/>
          <a:p>
            <a:fld id="{AE8B542E-87C8-42F3-9B1A-39997F1BD87F}" type="slidenum">
              <a:rPr lang="en-IN" smtClean="0"/>
              <a:t>‹#›</a:t>
            </a:fld>
            <a:endParaRPr lang="en-IN"/>
          </a:p>
        </p:txBody>
      </p:sp>
    </p:spTree>
    <p:extLst>
      <p:ext uri="{BB962C8B-B14F-4D97-AF65-F5344CB8AC3E}">
        <p14:creationId xmlns:p14="http://schemas.microsoft.com/office/powerpoint/2010/main" val="2780243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2CEF06-C65B-FBCA-9B3F-28CA702EF504}"/>
              </a:ext>
            </a:extLst>
          </p:cNvPr>
          <p:cNvSpPr>
            <a:spLocks noGrp="1"/>
          </p:cNvSpPr>
          <p:nvPr>
            <p:ph type="dt" sz="half" idx="10"/>
          </p:nvPr>
        </p:nvSpPr>
        <p:spPr/>
        <p:txBody>
          <a:bodyPr/>
          <a:lstStyle/>
          <a:p>
            <a:fld id="{8ED7C2EF-4C82-4C81-B765-1754AE25859A}" type="datetimeFigureOut">
              <a:rPr lang="en-IN" smtClean="0"/>
              <a:t>22-02-2024</a:t>
            </a:fld>
            <a:endParaRPr lang="en-IN"/>
          </a:p>
        </p:txBody>
      </p:sp>
      <p:sp>
        <p:nvSpPr>
          <p:cNvPr id="3" name="Footer Placeholder 2">
            <a:extLst>
              <a:ext uri="{FF2B5EF4-FFF2-40B4-BE49-F238E27FC236}">
                <a16:creationId xmlns:a16="http://schemas.microsoft.com/office/drawing/2014/main" id="{30F7C72E-7232-8713-9BC6-0DEC11BFD03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0EC5134-9BF4-9EA9-F54B-90A435A5594D}"/>
              </a:ext>
            </a:extLst>
          </p:cNvPr>
          <p:cNvSpPr>
            <a:spLocks noGrp="1"/>
          </p:cNvSpPr>
          <p:nvPr>
            <p:ph type="sldNum" sz="quarter" idx="12"/>
          </p:nvPr>
        </p:nvSpPr>
        <p:spPr/>
        <p:txBody>
          <a:bodyPr/>
          <a:lstStyle/>
          <a:p>
            <a:fld id="{AE8B542E-87C8-42F3-9B1A-39997F1BD87F}" type="slidenum">
              <a:rPr lang="en-IN" smtClean="0"/>
              <a:t>‹#›</a:t>
            </a:fld>
            <a:endParaRPr lang="en-IN"/>
          </a:p>
        </p:txBody>
      </p:sp>
    </p:spTree>
    <p:extLst>
      <p:ext uri="{BB962C8B-B14F-4D97-AF65-F5344CB8AC3E}">
        <p14:creationId xmlns:p14="http://schemas.microsoft.com/office/powerpoint/2010/main" val="3870183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AECAB-55D5-F99E-1760-BC48CDA74B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0EFF913-A650-4F0D-A729-FA87A7FC4B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BD172B9-CA3E-1F9E-AC2C-6F3F8F4F83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F3D9AD-2103-8E40-6AF5-28DEBC7F694E}"/>
              </a:ext>
            </a:extLst>
          </p:cNvPr>
          <p:cNvSpPr>
            <a:spLocks noGrp="1"/>
          </p:cNvSpPr>
          <p:nvPr>
            <p:ph type="dt" sz="half" idx="10"/>
          </p:nvPr>
        </p:nvSpPr>
        <p:spPr/>
        <p:txBody>
          <a:bodyPr/>
          <a:lstStyle/>
          <a:p>
            <a:fld id="{8ED7C2EF-4C82-4C81-B765-1754AE25859A}" type="datetimeFigureOut">
              <a:rPr lang="en-IN" smtClean="0"/>
              <a:t>22-02-2024</a:t>
            </a:fld>
            <a:endParaRPr lang="en-IN"/>
          </a:p>
        </p:txBody>
      </p:sp>
      <p:sp>
        <p:nvSpPr>
          <p:cNvPr id="6" name="Footer Placeholder 5">
            <a:extLst>
              <a:ext uri="{FF2B5EF4-FFF2-40B4-BE49-F238E27FC236}">
                <a16:creationId xmlns:a16="http://schemas.microsoft.com/office/drawing/2014/main" id="{FE731ECC-E127-1274-5B5D-1427F7852A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BADC5B-3C92-901C-F05A-AC89DD1079B5}"/>
              </a:ext>
            </a:extLst>
          </p:cNvPr>
          <p:cNvSpPr>
            <a:spLocks noGrp="1"/>
          </p:cNvSpPr>
          <p:nvPr>
            <p:ph type="sldNum" sz="quarter" idx="12"/>
          </p:nvPr>
        </p:nvSpPr>
        <p:spPr/>
        <p:txBody>
          <a:bodyPr/>
          <a:lstStyle/>
          <a:p>
            <a:fld id="{AE8B542E-87C8-42F3-9B1A-39997F1BD87F}" type="slidenum">
              <a:rPr lang="en-IN" smtClean="0"/>
              <a:t>‹#›</a:t>
            </a:fld>
            <a:endParaRPr lang="en-IN"/>
          </a:p>
        </p:txBody>
      </p:sp>
    </p:spTree>
    <p:extLst>
      <p:ext uri="{BB962C8B-B14F-4D97-AF65-F5344CB8AC3E}">
        <p14:creationId xmlns:p14="http://schemas.microsoft.com/office/powerpoint/2010/main" val="1464088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306CD-9D3D-6297-96DC-410A8DABC7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017E13A-937A-05E9-E88D-7B2B45BEED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ED91246-45FE-6F02-DB96-83470011FB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3CDD77-CFC5-1412-ED41-238FA1CB4A50}"/>
              </a:ext>
            </a:extLst>
          </p:cNvPr>
          <p:cNvSpPr>
            <a:spLocks noGrp="1"/>
          </p:cNvSpPr>
          <p:nvPr>
            <p:ph type="dt" sz="half" idx="10"/>
          </p:nvPr>
        </p:nvSpPr>
        <p:spPr/>
        <p:txBody>
          <a:bodyPr/>
          <a:lstStyle/>
          <a:p>
            <a:fld id="{8ED7C2EF-4C82-4C81-B765-1754AE25859A}" type="datetimeFigureOut">
              <a:rPr lang="en-IN" smtClean="0"/>
              <a:t>22-02-2024</a:t>
            </a:fld>
            <a:endParaRPr lang="en-IN"/>
          </a:p>
        </p:txBody>
      </p:sp>
      <p:sp>
        <p:nvSpPr>
          <p:cNvPr id="6" name="Footer Placeholder 5">
            <a:extLst>
              <a:ext uri="{FF2B5EF4-FFF2-40B4-BE49-F238E27FC236}">
                <a16:creationId xmlns:a16="http://schemas.microsoft.com/office/drawing/2014/main" id="{C014E4A8-2F72-B269-1EB2-9CCC7AB9F3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A79F8B-48BD-C134-1F75-6AB4FC410275}"/>
              </a:ext>
            </a:extLst>
          </p:cNvPr>
          <p:cNvSpPr>
            <a:spLocks noGrp="1"/>
          </p:cNvSpPr>
          <p:nvPr>
            <p:ph type="sldNum" sz="quarter" idx="12"/>
          </p:nvPr>
        </p:nvSpPr>
        <p:spPr/>
        <p:txBody>
          <a:bodyPr/>
          <a:lstStyle/>
          <a:p>
            <a:fld id="{AE8B542E-87C8-42F3-9B1A-39997F1BD87F}" type="slidenum">
              <a:rPr lang="en-IN" smtClean="0"/>
              <a:t>‹#›</a:t>
            </a:fld>
            <a:endParaRPr lang="en-IN"/>
          </a:p>
        </p:txBody>
      </p:sp>
    </p:spTree>
    <p:extLst>
      <p:ext uri="{BB962C8B-B14F-4D97-AF65-F5344CB8AC3E}">
        <p14:creationId xmlns:p14="http://schemas.microsoft.com/office/powerpoint/2010/main" val="2603024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46D7-0338-97EA-0958-2C5B6524663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0889E24-7857-5834-3638-80C1128DCF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EF3291-3867-B8D4-CA50-96CF03BAE457}"/>
              </a:ext>
            </a:extLst>
          </p:cNvPr>
          <p:cNvSpPr>
            <a:spLocks noGrp="1"/>
          </p:cNvSpPr>
          <p:nvPr>
            <p:ph type="dt" sz="half" idx="10"/>
          </p:nvPr>
        </p:nvSpPr>
        <p:spPr/>
        <p:txBody>
          <a:bodyPr/>
          <a:lstStyle/>
          <a:p>
            <a:fld id="{8ED7C2EF-4C82-4C81-B765-1754AE25859A}" type="datetimeFigureOut">
              <a:rPr lang="en-IN" smtClean="0"/>
              <a:t>22-02-2024</a:t>
            </a:fld>
            <a:endParaRPr lang="en-IN"/>
          </a:p>
        </p:txBody>
      </p:sp>
      <p:sp>
        <p:nvSpPr>
          <p:cNvPr id="5" name="Footer Placeholder 4">
            <a:extLst>
              <a:ext uri="{FF2B5EF4-FFF2-40B4-BE49-F238E27FC236}">
                <a16:creationId xmlns:a16="http://schemas.microsoft.com/office/drawing/2014/main" id="{40F74655-FC54-7042-F1BA-9B8681DCE4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B559B1-510E-CDD0-BC1D-88706307871E}"/>
              </a:ext>
            </a:extLst>
          </p:cNvPr>
          <p:cNvSpPr>
            <a:spLocks noGrp="1"/>
          </p:cNvSpPr>
          <p:nvPr>
            <p:ph type="sldNum" sz="quarter" idx="12"/>
          </p:nvPr>
        </p:nvSpPr>
        <p:spPr/>
        <p:txBody>
          <a:bodyPr/>
          <a:lstStyle/>
          <a:p>
            <a:fld id="{AE8B542E-87C8-42F3-9B1A-39997F1BD87F}" type="slidenum">
              <a:rPr lang="en-IN" smtClean="0"/>
              <a:t>‹#›</a:t>
            </a:fld>
            <a:endParaRPr lang="en-IN"/>
          </a:p>
        </p:txBody>
      </p:sp>
    </p:spTree>
    <p:extLst>
      <p:ext uri="{BB962C8B-B14F-4D97-AF65-F5344CB8AC3E}">
        <p14:creationId xmlns:p14="http://schemas.microsoft.com/office/powerpoint/2010/main" val="2608090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101BC8-7735-53C6-9DD1-E8E5E88B1B0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6B21C0-E504-DC07-6EC4-470846B8CD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52213B-9D9D-01A9-7358-2E80FDE5D410}"/>
              </a:ext>
            </a:extLst>
          </p:cNvPr>
          <p:cNvSpPr>
            <a:spLocks noGrp="1"/>
          </p:cNvSpPr>
          <p:nvPr>
            <p:ph type="dt" sz="half" idx="10"/>
          </p:nvPr>
        </p:nvSpPr>
        <p:spPr/>
        <p:txBody>
          <a:bodyPr/>
          <a:lstStyle/>
          <a:p>
            <a:fld id="{8ED7C2EF-4C82-4C81-B765-1754AE25859A}" type="datetimeFigureOut">
              <a:rPr lang="en-IN" smtClean="0"/>
              <a:t>22-02-2024</a:t>
            </a:fld>
            <a:endParaRPr lang="en-IN"/>
          </a:p>
        </p:txBody>
      </p:sp>
      <p:sp>
        <p:nvSpPr>
          <p:cNvPr id="5" name="Footer Placeholder 4">
            <a:extLst>
              <a:ext uri="{FF2B5EF4-FFF2-40B4-BE49-F238E27FC236}">
                <a16:creationId xmlns:a16="http://schemas.microsoft.com/office/drawing/2014/main" id="{F96F5517-4E61-2A66-51DA-1A1EE13783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80C29D-2E84-D17E-6443-87CBCD9ED37E}"/>
              </a:ext>
            </a:extLst>
          </p:cNvPr>
          <p:cNvSpPr>
            <a:spLocks noGrp="1"/>
          </p:cNvSpPr>
          <p:nvPr>
            <p:ph type="sldNum" sz="quarter" idx="12"/>
          </p:nvPr>
        </p:nvSpPr>
        <p:spPr/>
        <p:txBody>
          <a:bodyPr/>
          <a:lstStyle/>
          <a:p>
            <a:fld id="{AE8B542E-87C8-42F3-9B1A-39997F1BD87F}" type="slidenum">
              <a:rPr lang="en-IN" smtClean="0"/>
              <a:t>‹#›</a:t>
            </a:fld>
            <a:endParaRPr lang="en-IN"/>
          </a:p>
        </p:txBody>
      </p:sp>
    </p:spTree>
    <p:extLst>
      <p:ext uri="{BB962C8B-B14F-4D97-AF65-F5344CB8AC3E}">
        <p14:creationId xmlns:p14="http://schemas.microsoft.com/office/powerpoint/2010/main" val="4109058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05652F-1A4B-3891-AB21-2BBDFD9890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643476-29A5-4B3B-10E8-02FCCA84B0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B929D8-A922-E805-2775-CEAE27731B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D7C2EF-4C82-4C81-B765-1754AE25859A}" type="datetimeFigureOut">
              <a:rPr lang="en-IN" smtClean="0"/>
              <a:t>22-02-2024</a:t>
            </a:fld>
            <a:endParaRPr lang="en-IN"/>
          </a:p>
        </p:txBody>
      </p:sp>
      <p:sp>
        <p:nvSpPr>
          <p:cNvPr id="5" name="Footer Placeholder 4">
            <a:extLst>
              <a:ext uri="{FF2B5EF4-FFF2-40B4-BE49-F238E27FC236}">
                <a16:creationId xmlns:a16="http://schemas.microsoft.com/office/drawing/2014/main" id="{D8BDEAA8-4059-E5A9-E804-63E43E4466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0182A32-895E-D94A-67D6-2AF8F54D16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8B542E-87C8-42F3-9B1A-39997F1BD87F}" type="slidenum">
              <a:rPr lang="en-IN" smtClean="0"/>
              <a:t>‹#›</a:t>
            </a:fld>
            <a:endParaRPr lang="en-IN"/>
          </a:p>
        </p:txBody>
      </p:sp>
    </p:spTree>
    <p:extLst>
      <p:ext uri="{BB962C8B-B14F-4D97-AF65-F5344CB8AC3E}">
        <p14:creationId xmlns:p14="http://schemas.microsoft.com/office/powerpoint/2010/main" val="2865077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B44CC-ABE3-22EC-CD10-5FB42BEC435A}"/>
              </a:ext>
            </a:extLst>
          </p:cNvPr>
          <p:cNvSpPr>
            <a:spLocks noGrp="1"/>
          </p:cNvSpPr>
          <p:nvPr>
            <p:ph type="ctrTitle"/>
          </p:nvPr>
        </p:nvSpPr>
        <p:spPr/>
        <p:txBody>
          <a:bodyPr/>
          <a:lstStyle/>
          <a:p>
            <a:r>
              <a:rPr lang="en-IN" dirty="0"/>
              <a:t>Network Eavesdropping</a:t>
            </a:r>
          </a:p>
        </p:txBody>
      </p:sp>
      <p:sp>
        <p:nvSpPr>
          <p:cNvPr id="3" name="Subtitle 2">
            <a:extLst>
              <a:ext uri="{FF2B5EF4-FFF2-40B4-BE49-F238E27FC236}">
                <a16:creationId xmlns:a16="http://schemas.microsoft.com/office/drawing/2014/main" id="{269B4786-ABE6-D685-A743-634F157C4276}"/>
              </a:ext>
            </a:extLst>
          </p:cNvPr>
          <p:cNvSpPr>
            <a:spLocks noGrp="1"/>
          </p:cNvSpPr>
          <p:nvPr>
            <p:ph type="subTitle" idx="1"/>
          </p:nvPr>
        </p:nvSpPr>
        <p:spPr/>
        <p:txBody>
          <a:bodyPr/>
          <a:lstStyle/>
          <a:p>
            <a:r>
              <a:rPr lang="en-IN" dirty="0"/>
              <a:t>Jalaj Limaye</a:t>
            </a:r>
          </a:p>
          <a:p>
            <a:r>
              <a:rPr lang="en-IN" dirty="0"/>
              <a:t>Assistant Professor</a:t>
            </a:r>
          </a:p>
          <a:p>
            <a:r>
              <a:rPr lang="en-IN" dirty="0"/>
              <a:t>Vishwakarma University</a:t>
            </a:r>
          </a:p>
        </p:txBody>
      </p:sp>
    </p:spTree>
    <p:extLst>
      <p:ext uri="{BB962C8B-B14F-4D97-AF65-F5344CB8AC3E}">
        <p14:creationId xmlns:p14="http://schemas.microsoft.com/office/powerpoint/2010/main" val="2581981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67BA5-49EE-860E-DBBE-0BA9C0BBE11E}"/>
              </a:ext>
            </a:extLst>
          </p:cNvPr>
          <p:cNvSpPr>
            <a:spLocks noGrp="1"/>
          </p:cNvSpPr>
          <p:nvPr>
            <p:ph type="title"/>
          </p:nvPr>
        </p:nvSpPr>
        <p:spPr/>
        <p:txBody>
          <a:bodyPr/>
          <a:lstStyle/>
          <a:p>
            <a:r>
              <a:rPr lang="en-IN" dirty="0"/>
              <a:t>Network Eavesdropping</a:t>
            </a:r>
          </a:p>
        </p:txBody>
      </p:sp>
      <p:sp>
        <p:nvSpPr>
          <p:cNvPr id="8" name="Content Placeholder 7">
            <a:extLst>
              <a:ext uri="{FF2B5EF4-FFF2-40B4-BE49-F238E27FC236}">
                <a16:creationId xmlns:a16="http://schemas.microsoft.com/office/drawing/2014/main" id="{0B1AD285-4994-9693-DBDA-E80919971EF7}"/>
              </a:ext>
            </a:extLst>
          </p:cNvPr>
          <p:cNvSpPr>
            <a:spLocks noGrp="1"/>
          </p:cNvSpPr>
          <p:nvPr>
            <p:ph sz="half" idx="1"/>
          </p:nvPr>
        </p:nvSpPr>
        <p:spPr/>
        <p:txBody>
          <a:bodyPr>
            <a:normAutofit fontScale="77500" lnSpcReduction="20000"/>
          </a:bodyPr>
          <a:lstStyle/>
          <a:p>
            <a:r>
              <a:rPr lang="en-IN" dirty="0"/>
              <a:t>Network eavesdropping involves attackers intercepting network traffic to steal sensitive data.</a:t>
            </a:r>
          </a:p>
          <a:p>
            <a:r>
              <a:rPr lang="en-IN" dirty="0"/>
              <a:t>Goals include credential theft, sensitive data theft (e.g., bank account details), and session hijacking.</a:t>
            </a:r>
          </a:p>
          <a:p>
            <a:r>
              <a:rPr lang="en-IN" dirty="0"/>
              <a:t>Attackers may install monitoring hardware/software or create unreliable networks like public Wi-Fi.</a:t>
            </a:r>
          </a:p>
          <a:p>
            <a:r>
              <a:rPr lang="en-IN" dirty="0"/>
              <a:t>Effective countermeasures include robust authentication and encryption mechanisms.</a:t>
            </a:r>
          </a:p>
          <a:p>
            <a:r>
              <a:rPr lang="en-IN" dirty="0"/>
              <a:t>Access control using security protocols helps prevent data leakage and enhances overall network security.</a:t>
            </a:r>
          </a:p>
        </p:txBody>
      </p:sp>
      <p:pic>
        <p:nvPicPr>
          <p:cNvPr id="10" name="Picture 2" descr="What is Eavesdropping Attack and How to prevent it?">
            <a:extLst>
              <a:ext uri="{FF2B5EF4-FFF2-40B4-BE49-F238E27FC236}">
                <a16:creationId xmlns:a16="http://schemas.microsoft.com/office/drawing/2014/main" id="{031313D2-BDA7-634F-90AC-78228048D339}"/>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2" y="2195354"/>
            <a:ext cx="6019800" cy="3611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2986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E5515-3B8E-3A5E-6C39-F9D35893E502}"/>
              </a:ext>
            </a:extLst>
          </p:cNvPr>
          <p:cNvSpPr>
            <a:spLocks noGrp="1"/>
          </p:cNvSpPr>
          <p:nvPr>
            <p:ph type="title"/>
          </p:nvPr>
        </p:nvSpPr>
        <p:spPr/>
        <p:txBody>
          <a:bodyPr>
            <a:normAutofit/>
          </a:bodyPr>
          <a:lstStyle/>
          <a:p>
            <a:r>
              <a:rPr lang="en-US" dirty="0"/>
              <a:t>Mitigating network eavesdropping requires a multi-faceted approach:</a:t>
            </a:r>
            <a:endParaRPr lang="en-IN" dirty="0"/>
          </a:p>
        </p:txBody>
      </p:sp>
      <p:graphicFrame>
        <p:nvGraphicFramePr>
          <p:cNvPr id="4" name="Content Placeholder 3">
            <a:extLst>
              <a:ext uri="{FF2B5EF4-FFF2-40B4-BE49-F238E27FC236}">
                <a16:creationId xmlns:a16="http://schemas.microsoft.com/office/drawing/2014/main" id="{8A5AD5DF-3907-CAC8-84CC-96E2704B7814}"/>
              </a:ext>
            </a:extLst>
          </p:cNvPr>
          <p:cNvGraphicFramePr>
            <a:graphicFrameLocks noGrp="1"/>
          </p:cNvGraphicFramePr>
          <p:nvPr>
            <p:ph idx="1"/>
            <p:extLst>
              <p:ext uri="{D42A27DB-BD31-4B8C-83A1-F6EECF244321}">
                <p14:modId xmlns:p14="http://schemas.microsoft.com/office/powerpoint/2010/main" val="216822190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27896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C14A5-88E1-E26A-2BF8-77BA57C4C2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6D760B-6A8B-5547-9993-8F96A6740A74}"/>
              </a:ext>
            </a:extLst>
          </p:cNvPr>
          <p:cNvSpPr>
            <a:spLocks noGrp="1"/>
          </p:cNvSpPr>
          <p:nvPr>
            <p:ph type="title"/>
          </p:nvPr>
        </p:nvSpPr>
        <p:spPr/>
        <p:txBody>
          <a:bodyPr>
            <a:normAutofit/>
          </a:bodyPr>
          <a:lstStyle/>
          <a:p>
            <a:r>
              <a:rPr lang="en-US" dirty="0"/>
              <a:t>Mitigating network eavesdropping requires a multi-faceted approach:</a:t>
            </a:r>
            <a:endParaRPr lang="en-IN" dirty="0"/>
          </a:p>
        </p:txBody>
      </p:sp>
      <p:graphicFrame>
        <p:nvGraphicFramePr>
          <p:cNvPr id="4" name="Content Placeholder 3">
            <a:extLst>
              <a:ext uri="{FF2B5EF4-FFF2-40B4-BE49-F238E27FC236}">
                <a16:creationId xmlns:a16="http://schemas.microsoft.com/office/drawing/2014/main" id="{080E2859-4527-EB5C-B589-4265ED199B03}"/>
              </a:ext>
            </a:extLst>
          </p:cNvPr>
          <p:cNvGraphicFramePr>
            <a:graphicFrameLocks noGrp="1"/>
          </p:cNvGraphicFramePr>
          <p:nvPr>
            <p:ph idx="1"/>
            <p:extLst>
              <p:ext uri="{D42A27DB-BD31-4B8C-83A1-F6EECF244321}">
                <p14:modId xmlns:p14="http://schemas.microsoft.com/office/powerpoint/2010/main" val="335101028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05672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46D06-45E6-B314-0F57-8CC6C8443C1F}"/>
              </a:ext>
            </a:extLst>
          </p:cNvPr>
          <p:cNvSpPr>
            <a:spLocks noGrp="1"/>
          </p:cNvSpPr>
          <p:nvPr>
            <p:ph type="title"/>
          </p:nvPr>
        </p:nvSpPr>
        <p:spPr/>
        <p:txBody>
          <a:bodyPr/>
          <a:lstStyle/>
          <a:p>
            <a:r>
              <a:rPr lang="en-US" dirty="0"/>
              <a:t>Protection from network eavesdropping attack</a:t>
            </a:r>
            <a:endParaRPr lang="en-IN" dirty="0"/>
          </a:p>
        </p:txBody>
      </p:sp>
      <p:sp>
        <p:nvSpPr>
          <p:cNvPr id="3" name="Content Placeholder 2">
            <a:extLst>
              <a:ext uri="{FF2B5EF4-FFF2-40B4-BE49-F238E27FC236}">
                <a16:creationId xmlns:a16="http://schemas.microsoft.com/office/drawing/2014/main" id="{4CAB976A-E3B9-90D3-EC12-DBCAD1ECADC7}"/>
              </a:ext>
            </a:extLst>
          </p:cNvPr>
          <p:cNvSpPr>
            <a:spLocks noGrp="1"/>
          </p:cNvSpPr>
          <p:nvPr>
            <p:ph idx="1"/>
          </p:nvPr>
        </p:nvSpPr>
        <p:spPr/>
        <p:txBody>
          <a:bodyPr>
            <a:normAutofit lnSpcReduction="10000"/>
          </a:bodyPr>
          <a:lstStyle/>
          <a:p>
            <a:r>
              <a:rPr lang="en-US" dirty="0"/>
              <a:t>Control network eavesdropping by activating RADIUS authentication and encrypting data with TKIP using WEP 128-bit encryption.</a:t>
            </a:r>
          </a:p>
          <a:p>
            <a:r>
              <a:rPr lang="en-US" dirty="0"/>
              <a:t>Security protocols, like RADIUS and EAP, divide the network into authentication server, authenticator, and supplicant, ensuring secure communication between wireless devices and servers.</a:t>
            </a:r>
          </a:p>
          <a:p>
            <a:r>
              <a:rPr lang="en-US" dirty="0"/>
              <a:t>RADIUS server in EAP authentication acts as a secondary layer of protection, enhancing security. EAP facilitates user-based authentication, providing enterprise-level security to the network.</a:t>
            </a:r>
          </a:p>
          <a:p>
            <a:r>
              <a:rPr lang="en-US" dirty="0"/>
              <a:t>Utilize Protected EAP with MS-CHAP authentication for increased security. Additionally, regularly check for signal leaks outside the building and adjust transmitter power to reduce leakage.</a:t>
            </a:r>
          </a:p>
        </p:txBody>
      </p:sp>
    </p:spTree>
    <p:extLst>
      <p:ext uri="{BB962C8B-B14F-4D97-AF65-F5344CB8AC3E}">
        <p14:creationId xmlns:p14="http://schemas.microsoft.com/office/powerpoint/2010/main" val="1519651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B40DC-CAC3-96B0-5EB9-F489CEE8AED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994F254-9B46-099A-97CD-3239D8BD0EE9}"/>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1751288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261</TotalTime>
  <Words>451</Words>
  <Application>Microsoft Office PowerPoint</Application>
  <PresentationFormat>Widescreen</PresentationFormat>
  <Paragraphs>30</Paragraphs>
  <Slides>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Network Eavesdropping</vt:lpstr>
      <vt:lpstr>Network Eavesdropping</vt:lpstr>
      <vt:lpstr>Mitigating network eavesdropping requires a multi-faceted approach:</vt:lpstr>
      <vt:lpstr>Mitigating network eavesdropping requires a multi-faceted approach:</vt:lpstr>
      <vt:lpstr>Protection from network eavesdropping attack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Eavesdropping</dc:title>
  <dc:creator>Jalaj Limaye</dc:creator>
  <cp:lastModifiedBy>Jalaj Limaye</cp:lastModifiedBy>
  <cp:revision>2</cp:revision>
  <dcterms:created xsi:type="dcterms:W3CDTF">2024-02-20T06:28:34Z</dcterms:created>
  <dcterms:modified xsi:type="dcterms:W3CDTF">2024-02-22T06:55:59Z</dcterms:modified>
</cp:coreProperties>
</file>